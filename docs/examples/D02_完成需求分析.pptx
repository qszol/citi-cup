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9" r:id="rId1"/>
    <p:sldMasterId id="2147483714" r:id="rId2"/>
  </p:sldMasterIdLst>
  <p:notesMasterIdLst>
    <p:notesMasterId r:id="rId15"/>
  </p:notesMasterIdLst>
  <p:sldIdLst>
    <p:sldId id="11823956" r:id="rId3"/>
    <p:sldId id="11823965" r:id="rId4"/>
    <p:sldId id="11823967" r:id="rId5"/>
    <p:sldId id="11823968" r:id="rId6"/>
    <p:sldId id="11823970" r:id="rId7"/>
    <p:sldId id="11823973" r:id="rId8"/>
    <p:sldId id="11823969" r:id="rId9"/>
    <p:sldId id="11823975" r:id="rId10"/>
    <p:sldId id="11823974" r:id="rId11"/>
    <p:sldId id="11823976" r:id="rId12"/>
    <p:sldId id="11823977" r:id="rId13"/>
    <p:sldId id="11823960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6FF"/>
    <a:srgbClr val="6E20D2"/>
    <a:srgbClr val="16DBC8"/>
    <a:srgbClr val="E55E91"/>
    <a:srgbClr val="4540E2"/>
    <a:srgbClr val="AD9574"/>
    <a:srgbClr val="7575FF"/>
    <a:srgbClr val="30BE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16"/>
    <p:restoredTop sz="94852"/>
  </p:normalViewPr>
  <p:slideViewPr>
    <p:cSldViewPr snapToGrid="0" snapToObjects="1">
      <p:cViewPr varScale="1">
        <p:scale>
          <a:sx n="63" d="100"/>
          <a:sy n="63" d="100"/>
        </p:scale>
        <p:origin x="9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3" d="100"/>
        <a:sy n="11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CE599-0E34-4745-A21F-76D152A22546}" type="datetimeFigureOut">
              <a:rPr kumimoji="1" lang="zh-CN" altLang="en-US" smtClean="0"/>
              <a:t>2025/8/26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A451E5-CA43-B945-B789-6DB030CAA92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9625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9CCC8A7-D514-AA46-8B65-A679A7BA3D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33">
            <a:extLst>
              <a:ext uri="{FF2B5EF4-FFF2-40B4-BE49-F238E27FC236}">
                <a16:creationId xmlns:a16="http://schemas.microsoft.com/office/drawing/2014/main" id="{3F06908A-17DA-F44A-8199-80749CDEFE3F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37000">
                <a:srgbClr val="F3F6FF">
                  <a:alpha val="92000"/>
                </a:srgbClr>
              </a:gs>
              <a:gs pos="84000">
                <a:srgbClr val="F3F6FF">
                  <a:alpha val="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Rectangle 21">
            <a:extLst>
              <a:ext uri="{FF2B5EF4-FFF2-40B4-BE49-F238E27FC236}">
                <a16:creationId xmlns:a16="http://schemas.microsoft.com/office/drawing/2014/main" id="{2ED18F9F-3089-5E4A-95F2-06BCEF0AAB42}"/>
              </a:ext>
            </a:extLst>
          </p:cNvPr>
          <p:cNvSpPr/>
          <p:nvPr userDrawn="1"/>
        </p:nvSpPr>
        <p:spPr>
          <a:xfrm>
            <a:off x="586938" y="3021355"/>
            <a:ext cx="10419729" cy="18000"/>
          </a:xfrm>
          <a:prstGeom prst="rect">
            <a:avLst/>
          </a:prstGeom>
          <a:solidFill>
            <a:srgbClr val="C00000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33E5F673-528B-F94A-9CD1-B2F6005095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7350" y="2007207"/>
            <a:ext cx="11239499" cy="8509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5600"/>
            </a:lvl2pPr>
            <a:lvl3pPr>
              <a:defRPr sz="5600"/>
            </a:lvl3pPr>
            <a:lvl4pPr>
              <a:defRPr sz="5600"/>
            </a:lvl4pPr>
            <a:lvl5pPr>
              <a:defRPr sz="5600"/>
            </a:lvl5pPr>
          </a:lstStyle>
          <a:p>
            <a:pPr lvl="0"/>
            <a:r>
              <a:rPr kumimoji="1" lang="zh-CN" altLang="en-US" dirty="0"/>
              <a:t>单击此处输入标题</a:t>
            </a:r>
          </a:p>
        </p:txBody>
      </p:sp>
      <p:sp>
        <p:nvSpPr>
          <p:cNvPr id="14" name="文本占位符 12">
            <a:extLst>
              <a:ext uri="{FF2B5EF4-FFF2-40B4-BE49-F238E27FC236}">
                <a16:creationId xmlns:a16="http://schemas.microsoft.com/office/drawing/2014/main" id="{983CFEAF-A968-0F46-AE51-A3BEE621C7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7350" y="3182864"/>
            <a:ext cx="11239499" cy="58477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3200" b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5600"/>
            </a:lvl2pPr>
            <a:lvl3pPr>
              <a:defRPr sz="5600"/>
            </a:lvl3pPr>
            <a:lvl4pPr>
              <a:defRPr sz="5600"/>
            </a:lvl4pPr>
            <a:lvl5pPr>
              <a:defRPr sz="5600"/>
            </a:lvl5pPr>
          </a:lstStyle>
          <a:p>
            <a:pPr lvl="0"/>
            <a:r>
              <a:rPr kumimoji="1" lang="zh-CN" altLang="en-US" dirty="0"/>
              <a:t>单击此处输入副标题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3861B9C5-EC80-6C46-8CE8-3968C9C8F644}"/>
              </a:ext>
            </a:extLst>
          </p:cNvPr>
          <p:cNvSpPr/>
          <p:nvPr userDrawn="1"/>
        </p:nvSpPr>
        <p:spPr>
          <a:xfrm>
            <a:off x="387350" y="6475003"/>
            <a:ext cx="4952472" cy="234753"/>
          </a:xfrm>
          <a:prstGeom prst="homePlate">
            <a:avLst/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kumimoji="1"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©2025</a:t>
            </a:r>
            <a:r>
              <a:rPr kumimoji="1"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本文档版权归软通动力信息技术（集团）股份有限公司所有，并保留所有权利。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69983B0-8D64-1B45-B741-DAE9CCC7E9E7}"/>
              </a:ext>
            </a:extLst>
          </p:cNvPr>
          <p:cNvGrpSpPr/>
          <p:nvPr userDrawn="1"/>
        </p:nvGrpSpPr>
        <p:grpSpPr>
          <a:xfrm>
            <a:off x="9341157" y="4654091"/>
            <a:ext cx="2209359" cy="663497"/>
            <a:chOff x="9554146" y="1349293"/>
            <a:chExt cx="2209359" cy="663497"/>
          </a:xfrm>
        </p:grpSpPr>
        <p:sp>
          <p:nvSpPr>
            <p:cNvPr id="12" name="圆角矩形 11">
              <a:extLst>
                <a:ext uri="{FF2B5EF4-FFF2-40B4-BE49-F238E27FC236}">
                  <a16:creationId xmlns:a16="http://schemas.microsoft.com/office/drawing/2014/main" id="{54BD1ACD-2BFF-5B41-8F55-237A9BE46F4A}"/>
                </a:ext>
              </a:extLst>
            </p:cNvPr>
            <p:cNvSpPr/>
            <p:nvPr userDrawn="1"/>
          </p:nvSpPr>
          <p:spPr>
            <a:xfrm>
              <a:off x="9554146" y="1349293"/>
              <a:ext cx="2209359" cy="663497"/>
            </a:xfrm>
            <a:prstGeom prst="roundRect">
              <a:avLst>
                <a:gd name="adj" fmla="val 12063"/>
              </a:avLst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050" dirty="0">
                <a:solidFill>
                  <a:srgbClr val="D505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7BCFF0D6-6BC3-3A48-8283-728CA35C6970}"/>
                </a:ext>
              </a:extLst>
            </p:cNvPr>
            <p:cNvSpPr txBox="1"/>
            <p:nvPr userDrawn="1"/>
          </p:nvSpPr>
          <p:spPr>
            <a:xfrm>
              <a:off x="9645019" y="1466553"/>
              <a:ext cx="2004864" cy="182364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保密级别：</a:t>
              </a:r>
              <a:endParaRPr kumimoji="1"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0D7D7E0-C7F0-D540-84CF-4FB3007520CD}"/>
                </a:ext>
              </a:extLst>
            </p:cNvPr>
            <p:cNvSpPr txBox="1"/>
            <p:nvPr userDrawn="1"/>
          </p:nvSpPr>
          <p:spPr>
            <a:xfrm>
              <a:off x="9645019" y="1718342"/>
              <a:ext cx="2004864" cy="172233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信息所有者：</a:t>
              </a:r>
              <a:endPara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22DB2692-BBC7-3B47-81C0-63D1E0421ED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5151" y="463186"/>
            <a:ext cx="1784857" cy="36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35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0C61B7F-CDFF-EF19-C282-7DBD86D964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33">
            <a:extLst>
              <a:ext uri="{FF2B5EF4-FFF2-40B4-BE49-F238E27FC236}">
                <a16:creationId xmlns:a16="http://schemas.microsoft.com/office/drawing/2014/main" id="{DFC061B9-28A2-A5A4-CC28-D8A59110F74D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37000">
                <a:srgbClr val="F3F6FF">
                  <a:alpha val="92000"/>
                </a:srgbClr>
              </a:gs>
              <a:gs pos="84000">
                <a:srgbClr val="F3F6FF">
                  <a:alpha val="7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0430FA5-1DB4-174C-946D-984C77BA9CC5}"/>
              </a:ext>
            </a:extLst>
          </p:cNvPr>
          <p:cNvSpPr txBox="1"/>
          <p:nvPr userDrawn="1"/>
        </p:nvSpPr>
        <p:spPr>
          <a:xfrm>
            <a:off x="1893288" y="2838524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5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目录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D661778-F466-0B4D-A682-0F5CC9491C3C}"/>
              </a:ext>
            </a:extLst>
          </p:cNvPr>
          <p:cNvSpPr txBox="1"/>
          <p:nvPr userDrawn="1"/>
        </p:nvSpPr>
        <p:spPr>
          <a:xfrm>
            <a:off x="0" y="3630677"/>
            <a:ext cx="335280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kumimoji="1" lang="en-US" altLang="zh-CN" sz="40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CONTENTS</a:t>
            </a:r>
            <a:endParaRPr kumimoji="1" lang="zh-CN" altLang="en-US" sz="4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Rectangle 16">
            <a:extLst>
              <a:ext uri="{FF2B5EF4-FFF2-40B4-BE49-F238E27FC236}">
                <a16:creationId xmlns:a16="http://schemas.microsoft.com/office/drawing/2014/main" id="{86F851D1-0C7F-164A-B353-4BE478EA2745}"/>
              </a:ext>
            </a:extLst>
          </p:cNvPr>
          <p:cNvSpPr/>
          <p:nvPr userDrawn="1"/>
        </p:nvSpPr>
        <p:spPr>
          <a:xfrm>
            <a:off x="387350" y="6475003"/>
            <a:ext cx="4952472" cy="234753"/>
          </a:xfrm>
          <a:prstGeom prst="homePlate">
            <a:avLst/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kumimoji="1"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©2025</a:t>
            </a:r>
            <a:r>
              <a:rPr kumimoji="1"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本文档版权归软通动力信息技术（集团）股份有限公司所有，并保留所有权利。</a:t>
            </a:r>
          </a:p>
        </p:txBody>
      </p:sp>
      <p:sp>
        <p:nvSpPr>
          <p:cNvPr id="28" name="灯片编号占位符 5">
            <a:extLst>
              <a:ext uri="{FF2B5EF4-FFF2-40B4-BE49-F238E27FC236}">
                <a16:creationId xmlns:a16="http://schemas.microsoft.com/office/drawing/2014/main" id="{FBEC8B8F-4C54-7242-A0CC-9DC1EE012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5633" y="6380680"/>
            <a:ext cx="575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BA5AA548-F88F-1644-9623-DEB29B1AF9E7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29" name="文本占位符 5">
            <a:extLst>
              <a:ext uri="{FF2B5EF4-FFF2-40B4-BE49-F238E27FC236}">
                <a16:creationId xmlns:a16="http://schemas.microsoft.com/office/drawing/2014/main" id="{D214DDAD-D567-E04F-B9C4-28B41A8677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1532" y="1476878"/>
            <a:ext cx="1047403" cy="663531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342900" indent="-342900" algn="l">
              <a:lnSpc>
                <a:spcPct val="100000"/>
              </a:lnSpc>
              <a:buClr>
                <a:srgbClr val="C00000"/>
              </a:buClr>
              <a:buSzPct val="85000"/>
              <a:buFont typeface="Hiragino Sans W6" panose="020B0400000000000000" pitchFamily="34" charset="-128"/>
              <a:buChar char="◼"/>
              <a:defRPr sz="2800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30" name="文本占位符 5">
            <a:extLst>
              <a:ext uri="{FF2B5EF4-FFF2-40B4-BE49-F238E27FC236}">
                <a16:creationId xmlns:a16="http://schemas.microsoft.com/office/drawing/2014/main" id="{6B63FE8C-382C-F94F-9CDF-CDEC49B921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1532" y="2798791"/>
            <a:ext cx="1047403" cy="663531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342900" indent="-342900" algn="l">
              <a:lnSpc>
                <a:spcPct val="100000"/>
              </a:lnSpc>
              <a:buClr>
                <a:srgbClr val="C00000"/>
              </a:buClr>
              <a:buSzPct val="85000"/>
              <a:buFont typeface="Hiragino Sans W6" panose="020B0400000000000000" pitchFamily="34" charset="-128"/>
              <a:buChar char="◼"/>
              <a:defRPr sz="2800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02</a:t>
            </a:r>
            <a:endParaRPr kumimoji="1" lang="zh-CN" altLang="en-US" dirty="0"/>
          </a:p>
        </p:txBody>
      </p:sp>
      <p:sp>
        <p:nvSpPr>
          <p:cNvPr id="31" name="文本占位符 5">
            <a:extLst>
              <a:ext uri="{FF2B5EF4-FFF2-40B4-BE49-F238E27FC236}">
                <a16:creationId xmlns:a16="http://schemas.microsoft.com/office/drawing/2014/main" id="{7A11F8A2-5D54-0B4F-AC78-72275FC96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91532" y="4120704"/>
            <a:ext cx="1047403" cy="663531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342900" indent="-342900" algn="l">
              <a:lnSpc>
                <a:spcPct val="100000"/>
              </a:lnSpc>
              <a:buClr>
                <a:srgbClr val="C00000"/>
              </a:buClr>
              <a:buSzPct val="85000"/>
              <a:buFont typeface="Hiragino Sans W6" panose="020B0400000000000000" pitchFamily="34" charset="-128"/>
              <a:buChar char="◼"/>
              <a:defRPr sz="2800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03</a:t>
            </a:r>
            <a:endParaRPr kumimoji="1" lang="zh-CN" altLang="en-US" dirty="0"/>
          </a:p>
        </p:txBody>
      </p:sp>
      <p:sp>
        <p:nvSpPr>
          <p:cNvPr id="32" name="文本占位符 5">
            <a:extLst>
              <a:ext uri="{FF2B5EF4-FFF2-40B4-BE49-F238E27FC236}">
                <a16:creationId xmlns:a16="http://schemas.microsoft.com/office/drawing/2014/main" id="{979126C5-4DFD-4F42-A2B1-60124D8A64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91532" y="5442616"/>
            <a:ext cx="1047403" cy="663531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342900" indent="-342900" algn="l">
              <a:lnSpc>
                <a:spcPct val="100000"/>
              </a:lnSpc>
              <a:buClr>
                <a:srgbClr val="C00000"/>
              </a:buClr>
              <a:buSzPct val="85000"/>
              <a:buFont typeface="Hiragino Sans W6" panose="020B0400000000000000" pitchFamily="34" charset="-128"/>
              <a:buChar char="◼"/>
              <a:defRPr sz="2800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04</a:t>
            </a:r>
            <a:endParaRPr kumimoji="1" lang="zh-CN" altLang="en-US" dirty="0"/>
          </a:p>
        </p:txBody>
      </p:sp>
      <p:sp>
        <p:nvSpPr>
          <p:cNvPr id="33" name="文本占位符 5">
            <a:extLst>
              <a:ext uri="{FF2B5EF4-FFF2-40B4-BE49-F238E27FC236}">
                <a16:creationId xmlns:a16="http://schemas.microsoft.com/office/drawing/2014/main" id="{0CD39205-9F31-E248-9262-5EB8B0D8ED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48102" y="1332655"/>
            <a:ext cx="5837432" cy="914399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点击输入标题</a:t>
            </a:r>
            <a:endParaRPr kumimoji="1" lang="en-US" altLang="zh-CN" dirty="0"/>
          </a:p>
        </p:txBody>
      </p:sp>
      <p:sp>
        <p:nvSpPr>
          <p:cNvPr id="34" name="文本占位符 5">
            <a:extLst>
              <a:ext uri="{FF2B5EF4-FFF2-40B4-BE49-F238E27FC236}">
                <a16:creationId xmlns:a16="http://schemas.microsoft.com/office/drawing/2014/main" id="{0D540132-1151-1540-9068-F4102A799F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8102" y="2654568"/>
            <a:ext cx="5837432" cy="914399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点击输入标题</a:t>
            </a:r>
          </a:p>
        </p:txBody>
      </p:sp>
      <p:sp>
        <p:nvSpPr>
          <p:cNvPr id="35" name="文本占位符 5">
            <a:extLst>
              <a:ext uri="{FF2B5EF4-FFF2-40B4-BE49-F238E27FC236}">
                <a16:creationId xmlns:a16="http://schemas.microsoft.com/office/drawing/2014/main" id="{F746DB67-F02B-1549-8C1F-7376AB9E36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48102" y="3976481"/>
            <a:ext cx="5837432" cy="914399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点击输入标题</a:t>
            </a:r>
          </a:p>
        </p:txBody>
      </p:sp>
      <p:sp>
        <p:nvSpPr>
          <p:cNvPr id="36" name="文本占位符 5">
            <a:extLst>
              <a:ext uri="{FF2B5EF4-FFF2-40B4-BE49-F238E27FC236}">
                <a16:creationId xmlns:a16="http://schemas.microsoft.com/office/drawing/2014/main" id="{679C197B-A0B2-354E-9229-C658AA0470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8102" y="5298393"/>
            <a:ext cx="5837432" cy="914399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点击输入标题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4758A86-842B-5E4C-A25D-CC67EC8E8364}"/>
              </a:ext>
            </a:extLst>
          </p:cNvPr>
          <p:cNvGrpSpPr/>
          <p:nvPr userDrawn="1"/>
        </p:nvGrpSpPr>
        <p:grpSpPr>
          <a:xfrm>
            <a:off x="9378001" y="42224"/>
            <a:ext cx="2579935" cy="403132"/>
            <a:chOff x="9034086" y="842856"/>
            <a:chExt cx="2777779" cy="403132"/>
          </a:xfrm>
        </p:grpSpPr>
        <p:sp>
          <p:nvSpPr>
            <p:cNvPr id="19" name="圆角矩形 18">
              <a:extLst>
                <a:ext uri="{FF2B5EF4-FFF2-40B4-BE49-F238E27FC236}">
                  <a16:creationId xmlns:a16="http://schemas.microsoft.com/office/drawing/2014/main" id="{DA50E0A3-A562-9E4C-A4EA-3EAA32FBDA55}"/>
                </a:ext>
              </a:extLst>
            </p:cNvPr>
            <p:cNvSpPr/>
            <p:nvPr userDrawn="1"/>
          </p:nvSpPr>
          <p:spPr>
            <a:xfrm>
              <a:off x="9034086" y="842856"/>
              <a:ext cx="2777779" cy="388352"/>
            </a:xfrm>
            <a:prstGeom prst="roundRect">
              <a:avLst>
                <a:gd name="adj" fmla="val 12063"/>
              </a:avLst>
            </a:prstGeom>
            <a:noFill/>
            <a:ln w="19050">
              <a:solidFill>
                <a:srgbClr val="D505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050" dirty="0">
                <a:solidFill>
                  <a:srgbClr val="D505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F9285CF1-5C81-FA49-A7BE-C870DB014DEA}"/>
                </a:ext>
              </a:extLst>
            </p:cNvPr>
            <p:cNvSpPr txBox="1"/>
            <p:nvPr userDrawn="1"/>
          </p:nvSpPr>
          <p:spPr>
            <a:xfrm>
              <a:off x="9100034" y="86976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400" b="1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保密级别：</a:t>
              </a:r>
              <a:r>
                <a:rPr kumimoji="1" lang="zh-CN" altLang="en-US" sz="14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400" b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126DA9B-91EC-D64E-B611-600B0F1D1AC6}"/>
                </a:ext>
              </a:extLst>
            </p:cNvPr>
            <p:cNvSpPr txBox="1"/>
            <p:nvPr userDrawn="1"/>
          </p:nvSpPr>
          <p:spPr>
            <a:xfrm>
              <a:off x="9100034" y="105921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000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信息所有者：</a:t>
              </a:r>
              <a:r>
                <a:rPr kumimoji="1" lang="zh-CN" altLang="en-US" sz="10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000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22" name="图片 21">
            <a:extLst>
              <a:ext uri="{FF2B5EF4-FFF2-40B4-BE49-F238E27FC236}">
                <a16:creationId xmlns:a16="http://schemas.microsoft.com/office/drawing/2014/main" id="{259341F7-7753-F04F-B81D-CDF5A093D4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5151" y="463186"/>
            <a:ext cx="1784857" cy="36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757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0C61B7F-CDFF-EF19-C282-7DBD86D964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33">
            <a:extLst>
              <a:ext uri="{FF2B5EF4-FFF2-40B4-BE49-F238E27FC236}">
                <a16:creationId xmlns:a16="http://schemas.microsoft.com/office/drawing/2014/main" id="{DFC061B9-28A2-A5A4-CC28-D8A59110F74D}"/>
              </a:ext>
            </a:extLst>
          </p:cNvPr>
          <p:cNvSpPr/>
          <p:nvPr userDrawn="1"/>
        </p:nvSpPr>
        <p:spPr>
          <a:xfrm>
            <a:off x="0" y="0"/>
            <a:ext cx="12192000" cy="6885543"/>
          </a:xfrm>
          <a:prstGeom prst="rect">
            <a:avLst/>
          </a:prstGeom>
          <a:gradFill flip="none" rotWithShape="1">
            <a:gsLst>
              <a:gs pos="37000">
                <a:srgbClr val="F3F6FF">
                  <a:alpha val="92000"/>
                </a:srgbClr>
              </a:gs>
              <a:gs pos="84000">
                <a:srgbClr val="F3F6FF">
                  <a:alpha val="4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F1D83FE-ECC6-6D41-855E-0A9FD570E242}"/>
              </a:ext>
            </a:extLst>
          </p:cNvPr>
          <p:cNvSpPr/>
          <p:nvPr userDrawn="1"/>
        </p:nvSpPr>
        <p:spPr>
          <a:xfrm>
            <a:off x="0" y="2044874"/>
            <a:ext cx="12192000" cy="2439444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7CF3936-D481-6D43-9586-89B19B7809BA}"/>
              </a:ext>
            </a:extLst>
          </p:cNvPr>
          <p:cNvSpPr/>
          <p:nvPr userDrawn="1"/>
        </p:nvSpPr>
        <p:spPr>
          <a:xfrm>
            <a:off x="682170" y="3483026"/>
            <a:ext cx="22606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占位符 9">
            <a:extLst>
              <a:ext uri="{FF2B5EF4-FFF2-40B4-BE49-F238E27FC236}">
                <a16:creationId xmlns:a16="http://schemas.microsoft.com/office/drawing/2014/main" id="{5FA31264-A84A-5D42-9BA3-33B05B01E8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65221" y="2851413"/>
            <a:ext cx="877549" cy="631613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20" name="文本占位符 9">
            <a:extLst>
              <a:ext uri="{FF2B5EF4-FFF2-40B4-BE49-F238E27FC236}">
                <a16:creationId xmlns:a16="http://schemas.microsoft.com/office/drawing/2014/main" id="{0B529DB6-9BC8-C74D-9E7C-1BC36A935C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13537" y="2851414"/>
            <a:ext cx="7922549" cy="64633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40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4945137-A4A3-3944-BC9B-72615B9FFCD2}"/>
              </a:ext>
            </a:extLst>
          </p:cNvPr>
          <p:cNvSpPr txBox="1"/>
          <p:nvPr userDrawn="1"/>
        </p:nvSpPr>
        <p:spPr>
          <a:xfrm>
            <a:off x="682171" y="2851413"/>
            <a:ext cx="1405641" cy="646331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PART</a:t>
            </a:r>
            <a:endParaRPr kumimoji="1" lang="zh-CN" altLang="en-US" sz="3600" b="1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Rectangle 16">
            <a:extLst>
              <a:ext uri="{FF2B5EF4-FFF2-40B4-BE49-F238E27FC236}">
                <a16:creationId xmlns:a16="http://schemas.microsoft.com/office/drawing/2014/main" id="{7E9F8B36-C4D2-3642-B4BE-0410D17B6B31}"/>
              </a:ext>
            </a:extLst>
          </p:cNvPr>
          <p:cNvSpPr/>
          <p:nvPr userDrawn="1"/>
        </p:nvSpPr>
        <p:spPr>
          <a:xfrm>
            <a:off x="387350" y="6475003"/>
            <a:ext cx="4952472" cy="234753"/>
          </a:xfrm>
          <a:prstGeom prst="homePlate">
            <a:avLst/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kumimoji="1"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©2025</a:t>
            </a:r>
            <a:r>
              <a:rPr kumimoji="1"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本文档版权归软通动力信息技术（集团）股份有限公司所有，并保留所有权利。</a:t>
            </a:r>
          </a:p>
        </p:txBody>
      </p:sp>
      <p:sp>
        <p:nvSpPr>
          <p:cNvPr id="12" name="灯片编号占位符 5">
            <a:extLst>
              <a:ext uri="{FF2B5EF4-FFF2-40B4-BE49-F238E27FC236}">
                <a16:creationId xmlns:a16="http://schemas.microsoft.com/office/drawing/2014/main" id="{07F43B93-7CAD-F54E-B6AC-B42FDF7B43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5633" y="6380680"/>
            <a:ext cx="575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BA5AA548-F88F-1644-9623-DEB29B1AF9E7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FAA3649-8777-3F41-99A7-19351D0C9CBF}"/>
              </a:ext>
            </a:extLst>
          </p:cNvPr>
          <p:cNvGrpSpPr/>
          <p:nvPr userDrawn="1"/>
        </p:nvGrpSpPr>
        <p:grpSpPr>
          <a:xfrm>
            <a:off x="9378001" y="42224"/>
            <a:ext cx="2579935" cy="403132"/>
            <a:chOff x="9034086" y="842856"/>
            <a:chExt cx="2777779" cy="403132"/>
          </a:xfrm>
        </p:grpSpPr>
        <p:sp>
          <p:nvSpPr>
            <p:cNvPr id="14" name="圆角矩形 13">
              <a:extLst>
                <a:ext uri="{FF2B5EF4-FFF2-40B4-BE49-F238E27FC236}">
                  <a16:creationId xmlns:a16="http://schemas.microsoft.com/office/drawing/2014/main" id="{250CA164-2466-2449-BE56-2859CAF5302A}"/>
                </a:ext>
              </a:extLst>
            </p:cNvPr>
            <p:cNvSpPr/>
            <p:nvPr userDrawn="1"/>
          </p:nvSpPr>
          <p:spPr>
            <a:xfrm>
              <a:off x="9034086" y="842856"/>
              <a:ext cx="2777779" cy="388352"/>
            </a:xfrm>
            <a:prstGeom prst="roundRect">
              <a:avLst>
                <a:gd name="adj" fmla="val 12063"/>
              </a:avLst>
            </a:prstGeom>
            <a:noFill/>
            <a:ln w="19050">
              <a:solidFill>
                <a:srgbClr val="D505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050" dirty="0">
                <a:solidFill>
                  <a:srgbClr val="D505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B16C5D10-A203-BD4B-A4FD-215327DE86A4}"/>
                </a:ext>
              </a:extLst>
            </p:cNvPr>
            <p:cNvSpPr txBox="1"/>
            <p:nvPr userDrawn="1"/>
          </p:nvSpPr>
          <p:spPr>
            <a:xfrm>
              <a:off x="9100034" y="86976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400" b="1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保密级别：</a:t>
              </a:r>
              <a:r>
                <a:rPr kumimoji="1" lang="zh-CN" altLang="en-US" sz="14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400" b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EAFFBB3B-BCDE-3E4B-9346-BB5AC38515D2}"/>
                </a:ext>
              </a:extLst>
            </p:cNvPr>
            <p:cNvSpPr txBox="1"/>
            <p:nvPr userDrawn="1"/>
          </p:nvSpPr>
          <p:spPr>
            <a:xfrm>
              <a:off x="9100034" y="105921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000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信息所有者：</a:t>
              </a:r>
              <a:r>
                <a:rPr kumimoji="1" lang="zh-CN" altLang="en-US" sz="10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000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3F726DC4-0ABB-B446-AB46-D117F30350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5151" y="463186"/>
            <a:ext cx="1784857" cy="36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54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A3EDFBD2-2439-B746-996A-8EED9273D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5633" y="6380680"/>
            <a:ext cx="575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BA5AA548-F88F-1644-9623-DEB29B1AF9E7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7E9C33-F2E0-A545-A1E6-2EBBF36DBC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350" y="385298"/>
            <a:ext cx="8748000" cy="557213"/>
          </a:xfrm>
          <a:prstGeom prst="rect">
            <a:avLst/>
          </a:prstGeom>
        </p:spPr>
        <p:txBody>
          <a:bodyPr lIns="0" rIns="0" anchor="ctr" anchorCtr="0"/>
          <a:lstStyle>
            <a:lvl1pPr>
              <a:lnSpc>
                <a:spcPct val="100000"/>
              </a:lnSpc>
              <a:defRPr sz="2600" b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0" name="Rectangle 16">
            <a:extLst>
              <a:ext uri="{FF2B5EF4-FFF2-40B4-BE49-F238E27FC236}">
                <a16:creationId xmlns:a16="http://schemas.microsoft.com/office/drawing/2014/main" id="{88DCCC12-4893-8749-8A00-B2059D118B4F}"/>
              </a:ext>
            </a:extLst>
          </p:cNvPr>
          <p:cNvSpPr/>
          <p:nvPr userDrawn="1"/>
        </p:nvSpPr>
        <p:spPr>
          <a:xfrm>
            <a:off x="387350" y="6472702"/>
            <a:ext cx="4952472" cy="234753"/>
          </a:xfrm>
          <a:prstGeom prst="homePlate">
            <a:avLst/>
          </a:prstGeom>
          <a:solidFill>
            <a:schemeClr val="bg2">
              <a:lumMod val="9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kumimoji="1"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©2025</a:t>
            </a:r>
            <a:r>
              <a:rPr kumimoji="1"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本文档版权归软通动力信息技术（集团）股份有限公司所有，并保留所有权利。</a:t>
            </a: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5AE1C40F-7598-5FB2-BF9A-409AB23467CF}"/>
              </a:ext>
            </a:extLst>
          </p:cNvPr>
          <p:cNvSpPr/>
          <p:nvPr userDrawn="1"/>
        </p:nvSpPr>
        <p:spPr>
          <a:xfrm>
            <a:off x="234065" y="430576"/>
            <a:ext cx="51407" cy="46665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 eaLnBrk="1" fontAlgn="auto" hangingPunct="1">
              <a:spcBef>
                <a:spcPts val="1000"/>
              </a:spcBef>
              <a:spcAft>
                <a:spcPts val="0"/>
              </a:spcAft>
              <a:defRPr/>
            </a:pPr>
            <a:endParaRPr lang="en-US" sz="1400" b="1" dirty="0">
              <a:solidFill>
                <a:schemeClr val="tx1"/>
              </a:solidFill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E51C4C7-2120-804B-B7A2-866F3163492A}"/>
              </a:ext>
            </a:extLst>
          </p:cNvPr>
          <p:cNvGrpSpPr/>
          <p:nvPr userDrawn="1"/>
        </p:nvGrpSpPr>
        <p:grpSpPr>
          <a:xfrm>
            <a:off x="9378001" y="42224"/>
            <a:ext cx="2579935" cy="403132"/>
            <a:chOff x="9034086" y="842856"/>
            <a:chExt cx="2777779" cy="403132"/>
          </a:xfrm>
        </p:grpSpPr>
        <p:sp>
          <p:nvSpPr>
            <p:cNvPr id="9" name="圆角矩形 8">
              <a:extLst>
                <a:ext uri="{FF2B5EF4-FFF2-40B4-BE49-F238E27FC236}">
                  <a16:creationId xmlns:a16="http://schemas.microsoft.com/office/drawing/2014/main" id="{A60FB366-54FF-ED4B-A050-DDD5C6BCF51B}"/>
                </a:ext>
              </a:extLst>
            </p:cNvPr>
            <p:cNvSpPr/>
            <p:nvPr userDrawn="1"/>
          </p:nvSpPr>
          <p:spPr>
            <a:xfrm>
              <a:off x="9034086" y="842856"/>
              <a:ext cx="2777779" cy="388352"/>
            </a:xfrm>
            <a:prstGeom prst="roundRect">
              <a:avLst>
                <a:gd name="adj" fmla="val 12063"/>
              </a:avLst>
            </a:prstGeom>
            <a:noFill/>
            <a:ln w="19050">
              <a:solidFill>
                <a:srgbClr val="D505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050" dirty="0">
                <a:solidFill>
                  <a:srgbClr val="D505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5321BD2-B66D-2D49-AE87-A66A6DEA11FD}"/>
                </a:ext>
              </a:extLst>
            </p:cNvPr>
            <p:cNvSpPr txBox="1"/>
            <p:nvPr userDrawn="1"/>
          </p:nvSpPr>
          <p:spPr>
            <a:xfrm>
              <a:off x="9100034" y="86976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400" b="1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保密级别：</a:t>
              </a:r>
              <a:r>
                <a:rPr kumimoji="1" lang="zh-CN" altLang="en-US" sz="14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400" b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89F97D89-66C6-C94E-9C04-DA3E081F7756}"/>
                </a:ext>
              </a:extLst>
            </p:cNvPr>
            <p:cNvSpPr txBox="1"/>
            <p:nvPr userDrawn="1"/>
          </p:nvSpPr>
          <p:spPr>
            <a:xfrm>
              <a:off x="9100034" y="105921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000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信息所有者：</a:t>
              </a:r>
              <a:r>
                <a:rPr kumimoji="1" lang="zh-CN" altLang="en-US" sz="10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000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55CA7BD0-079F-2543-91E7-42B939999F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43278" y="463186"/>
            <a:ext cx="1784857" cy="36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177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0C61B7F-CDFF-EF19-C282-7DBD86D964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33">
            <a:extLst>
              <a:ext uri="{FF2B5EF4-FFF2-40B4-BE49-F238E27FC236}">
                <a16:creationId xmlns:a16="http://schemas.microsoft.com/office/drawing/2014/main" id="{DFC061B9-28A2-A5A4-CC28-D8A59110F74D}"/>
              </a:ext>
            </a:extLst>
          </p:cNvPr>
          <p:cNvSpPr/>
          <p:nvPr userDrawn="1"/>
        </p:nvSpPr>
        <p:spPr>
          <a:xfrm>
            <a:off x="0" y="0"/>
            <a:ext cx="12192000" cy="6885543"/>
          </a:xfrm>
          <a:prstGeom prst="rect">
            <a:avLst/>
          </a:prstGeom>
          <a:gradFill flip="none" rotWithShape="1">
            <a:gsLst>
              <a:gs pos="37000">
                <a:srgbClr val="F3F6FF">
                  <a:alpha val="92000"/>
                </a:srgbClr>
              </a:gs>
              <a:gs pos="84000">
                <a:srgbClr val="F3F6FF">
                  <a:alpha val="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81D7760-F46F-D74D-471F-DC987CD2C0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2894947" y="2635526"/>
            <a:ext cx="1586948" cy="1586948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A987481D-ABF8-D05A-EB6F-8650BD75795E}"/>
              </a:ext>
            </a:extLst>
          </p:cNvPr>
          <p:cNvGrpSpPr/>
          <p:nvPr userDrawn="1"/>
        </p:nvGrpSpPr>
        <p:grpSpPr>
          <a:xfrm>
            <a:off x="4589568" y="2810947"/>
            <a:ext cx="4707486" cy="1236106"/>
            <a:chOff x="4589568" y="3637204"/>
            <a:chExt cx="4707486" cy="1236106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7887F33C-753D-0BAF-2DCF-A90466E26528}"/>
                </a:ext>
              </a:extLst>
            </p:cNvPr>
            <p:cNvSpPr txBox="1"/>
            <p:nvPr/>
          </p:nvSpPr>
          <p:spPr>
            <a:xfrm>
              <a:off x="4589569" y="4124452"/>
              <a:ext cx="41531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北京市海淀区西北旺东路</a:t>
              </a:r>
              <a:r>
                <a:rPr kumimoji="1" lang="en-US" altLang="zh-CN" sz="16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10</a:t>
              </a:r>
              <a:r>
                <a:rPr kumimoji="1" lang="zh-CN" altLang="en-US" sz="16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号院东区</a:t>
              </a:r>
              <a:r>
                <a:rPr kumimoji="1" lang="en-US" altLang="zh-CN" sz="16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16</a:t>
              </a:r>
              <a:r>
                <a:rPr kumimoji="1" lang="zh-CN" altLang="en-US" sz="16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号楼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A023887-3071-9BF4-1A51-E6837E31F07B}"/>
                </a:ext>
              </a:extLst>
            </p:cNvPr>
            <p:cNvSpPr txBox="1"/>
            <p:nvPr/>
          </p:nvSpPr>
          <p:spPr>
            <a:xfrm>
              <a:off x="4595738" y="3637204"/>
              <a:ext cx="470131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1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软通动力信息技术</a:t>
              </a:r>
              <a:r>
                <a:rPr kumimoji="1" lang="en-US" altLang="zh-CN" sz="21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(</a:t>
              </a:r>
              <a:r>
                <a:rPr kumimoji="1" lang="zh-CN" altLang="en-US" sz="21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集团</a:t>
              </a:r>
              <a:r>
                <a:rPr kumimoji="1" lang="en-US" altLang="zh-CN" sz="21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)</a:t>
              </a:r>
              <a:r>
                <a:rPr kumimoji="1" lang="zh-CN" altLang="en-US" sz="21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股份有限公司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78D663D3-4DB6-7BEE-1141-A790243A9513}"/>
                </a:ext>
              </a:extLst>
            </p:cNvPr>
            <p:cNvSpPr txBox="1"/>
            <p:nvPr/>
          </p:nvSpPr>
          <p:spPr>
            <a:xfrm>
              <a:off x="4589568" y="4534756"/>
              <a:ext cx="21532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GB" altLang="zh-CN" sz="1600" dirty="0" err="1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www.isoftstone.com</a:t>
              </a:r>
              <a:endParaRPr kumimoji="1" lang="zh-CN" altLang="en-US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7752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B339971-7678-A648-9F41-C6F7510DD9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-1" y="-13252"/>
            <a:ext cx="12191999" cy="6871252"/>
          </a:xfrm>
          <a:prstGeom prst="rect">
            <a:avLst/>
          </a:prstGeom>
        </p:spPr>
      </p:pic>
      <p:sp>
        <p:nvSpPr>
          <p:cNvPr id="6" name="Rectangle 33">
            <a:extLst>
              <a:ext uri="{FF2B5EF4-FFF2-40B4-BE49-F238E27FC236}">
                <a16:creationId xmlns:a16="http://schemas.microsoft.com/office/drawing/2014/main" id="{3F06908A-17DA-F44A-8199-80749CDEFE3F}"/>
              </a:ext>
            </a:extLst>
          </p:cNvPr>
          <p:cNvSpPr/>
          <p:nvPr userDrawn="1"/>
        </p:nvSpPr>
        <p:spPr>
          <a:xfrm>
            <a:off x="0" y="-13252"/>
            <a:ext cx="12192000" cy="6858000"/>
          </a:xfrm>
          <a:prstGeom prst="rect">
            <a:avLst/>
          </a:prstGeom>
          <a:gradFill flip="none" rotWithShape="1">
            <a:gsLst>
              <a:gs pos="21000">
                <a:schemeClr val="tx1">
                  <a:alpha val="32000"/>
                </a:schemeClr>
              </a:gs>
              <a:gs pos="82000">
                <a:schemeClr val="tx1">
                  <a:alpha val="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占位符 12">
            <a:extLst>
              <a:ext uri="{FF2B5EF4-FFF2-40B4-BE49-F238E27FC236}">
                <a16:creationId xmlns:a16="http://schemas.microsoft.com/office/drawing/2014/main" id="{AD08E04F-1B6C-0448-A85E-AD0B3F4248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7350" y="2007207"/>
            <a:ext cx="11239499" cy="8509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5600"/>
            </a:lvl2pPr>
            <a:lvl3pPr>
              <a:defRPr sz="5600"/>
            </a:lvl3pPr>
            <a:lvl4pPr>
              <a:defRPr sz="5600"/>
            </a:lvl4pPr>
            <a:lvl5pPr>
              <a:defRPr sz="5600"/>
            </a:lvl5pPr>
          </a:lstStyle>
          <a:p>
            <a:pPr lvl="0"/>
            <a:r>
              <a:rPr kumimoji="1" lang="zh-CN" altLang="en-US" dirty="0"/>
              <a:t>单击此处输入标题</a:t>
            </a:r>
          </a:p>
        </p:txBody>
      </p:sp>
      <p:sp>
        <p:nvSpPr>
          <p:cNvPr id="27" name="文本占位符 12">
            <a:extLst>
              <a:ext uri="{FF2B5EF4-FFF2-40B4-BE49-F238E27FC236}">
                <a16:creationId xmlns:a16="http://schemas.microsoft.com/office/drawing/2014/main" id="{C7AE527D-37AD-2B4C-9E7C-EC918765D4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7350" y="3182864"/>
            <a:ext cx="11239499" cy="5847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5600"/>
            </a:lvl2pPr>
            <a:lvl3pPr>
              <a:defRPr sz="5600"/>
            </a:lvl3pPr>
            <a:lvl4pPr>
              <a:defRPr sz="5600"/>
            </a:lvl4pPr>
            <a:lvl5pPr>
              <a:defRPr sz="5600"/>
            </a:lvl5pPr>
          </a:lstStyle>
          <a:p>
            <a:pPr lvl="0"/>
            <a:r>
              <a:rPr kumimoji="1" lang="zh-CN" altLang="en-US" dirty="0"/>
              <a:t>单击此处输入副标题</a:t>
            </a:r>
          </a:p>
        </p:txBody>
      </p:sp>
      <p:sp>
        <p:nvSpPr>
          <p:cNvPr id="12" name="Rectangle 16">
            <a:extLst>
              <a:ext uri="{FF2B5EF4-FFF2-40B4-BE49-F238E27FC236}">
                <a16:creationId xmlns:a16="http://schemas.microsoft.com/office/drawing/2014/main" id="{46D3B167-A1CF-B349-A94B-55330ACFFE65}"/>
              </a:ext>
            </a:extLst>
          </p:cNvPr>
          <p:cNvSpPr/>
          <p:nvPr userDrawn="1"/>
        </p:nvSpPr>
        <p:spPr>
          <a:xfrm>
            <a:off x="387350" y="6475003"/>
            <a:ext cx="4952472" cy="234753"/>
          </a:xfrm>
          <a:prstGeom prst="homePlat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kumimoji="1" lang="en-US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©2025</a:t>
            </a:r>
            <a:r>
              <a:rPr kumimoji="1" lang="zh-CN" altLang="en-US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本文档版权归软通动力信息技术（集团）股份有限公司所有，并保留所有权利。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80C61D9-594E-B440-97CD-3C7FEC22B50F}"/>
              </a:ext>
            </a:extLst>
          </p:cNvPr>
          <p:cNvGrpSpPr/>
          <p:nvPr userDrawn="1"/>
        </p:nvGrpSpPr>
        <p:grpSpPr>
          <a:xfrm>
            <a:off x="9341157" y="4654091"/>
            <a:ext cx="2209359" cy="663497"/>
            <a:chOff x="9554146" y="1349293"/>
            <a:chExt cx="2209359" cy="663497"/>
          </a:xfrm>
        </p:grpSpPr>
        <p:sp>
          <p:nvSpPr>
            <p:cNvPr id="10" name="圆角矩形 9">
              <a:extLst>
                <a:ext uri="{FF2B5EF4-FFF2-40B4-BE49-F238E27FC236}">
                  <a16:creationId xmlns:a16="http://schemas.microsoft.com/office/drawing/2014/main" id="{55F4E281-F5CA-4946-96CD-BD9CE954C029}"/>
                </a:ext>
              </a:extLst>
            </p:cNvPr>
            <p:cNvSpPr/>
            <p:nvPr userDrawn="1"/>
          </p:nvSpPr>
          <p:spPr>
            <a:xfrm>
              <a:off x="9554146" y="1349293"/>
              <a:ext cx="2209359" cy="663497"/>
            </a:xfrm>
            <a:prstGeom prst="roundRect">
              <a:avLst>
                <a:gd name="adj" fmla="val 12063"/>
              </a:avLst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050" dirty="0">
                <a:solidFill>
                  <a:srgbClr val="D505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9118C3D-CB1C-DB47-B58D-9F886C198575}"/>
                </a:ext>
              </a:extLst>
            </p:cNvPr>
            <p:cNvSpPr txBox="1"/>
            <p:nvPr userDrawn="1"/>
          </p:nvSpPr>
          <p:spPr>
            <a:xfrm>
              <a:off x="9645019" y="1466553"/>
              <a:ext cx="2004864" cy="182364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4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保密级别：</a:t>
              </a:r>
              <a:endParaRPr kumimoji="1" lang="en-US" altLang="zh-CN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3ACF226F-2748-0846-BF62-92E779DE2733}"/>
                </a:ext>
              </a:extLst>
            </p:cNvPr>
            <p:cNvSpPr txBox="1"/>
            <p:nvPr userDrawn="1"/>
          </p:nvSpPr>
          <p:spPr>
            <a:xfrm>
              <a:off x="9645019" y="1718342"/>
              <a:ext cx="2004864" cy="172233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0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信息所有者：</a:t>
              </a:r>
              <a:endParaRPr kumimoji="1" lang="en-US" altLang="zh-CN" sz="1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A1D326FE-6ACE-004E-BB0A-BF5CCAE38E0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86938" y="475553"/>
            <a:ext cx="1870220" cy="38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041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1FFFA867-9669-294A-9BB0-1873E733B3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33">
            <a:extLst>
              <a:ext uri="{FF2B5EF4-FFF2-40B4-BE49-F238E27FC236}">
                <a16:creationId xmlns:a16="http://schemas.microsoft.com/office/drawing/2014/main" id="{6CA2CA27-6530-3440-99A1-3B265C4C8BA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1000">
                <a:schemeClr val="tx1">
                  <a:alpha val="92000"/>
                </a:schemeClr>
              </a:gs>
              <a:gs pos="82000">
                <a:schemeClr val="tx1">
                  <a:alpha val="4900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2113AB9-F7A4-8E4B-88D7-8D0AB28EE9BD}"/>
              </a:ext>
            </a:extLst>
          </p:cNvPr>
          <p:cNvSpPr txBox="1"/>
          <p:nvPr userDrawn="1"/>
        </p:nvSpPr>
        <p:spPr>
          <a:xfrm>
            <a:off x="1893288" y="2838524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5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目录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F6B2535-B6E7-A443-B1FF-76F02348C2E2}"/>
              </a:ext>
            </a:extLst>
          </p:cNvPr>
          <p:cNvSpPr txBox="1"/>
          <p:nvPr userDrawn="1"/>
        </p:nvSpPr>
        <p:spPr>
          <a:xfrm>
            <a:off x="0" y="3630677"/>
            <a:ext cx="337537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kumimoji="1" lang="en-US" altLang="zh-CN" sz="40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CONTENTS</a:t>
            </a:r>
            <a:endParaRPr kumimoji="1" lang="zh-CN" altLang="en-US" sz="4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文本占位符 5">
            <a:extLst>
              <a:ext uri="{FF2B5EF4-FFF2-40B4-BE49-F238E27FC236}">
                <a16:creationId xmlns:a16="http://schemas.microsoft.com/office/drawing/2014/main" id="{C818A131-0730-ED40-81F6-A8C99ABB4D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1532" y="1476878"/>
            <a:ext cx="1047403" cy="663531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342900" indent="-342900" algn="l">
              <a:lnSpc>
                <a:spcPct val="100000"/>
              </a:lnSpc>
              <a:buClr>
                <a:srgbClr val="C00000"/>
              </a:buClr>
              <a:buSzPct val="85000"/>
              <a:buFont typeface="Hiragino Sans W6" panose="020B0400000000000000" pitchFamily="34" charset="-128"/>
              <a:buChar char="◼"/>
              <a:defRPr sz="28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29" name="文本占位符 5">
            <a:extLst>
              <a:ext uri="{FF2B5EF4-FFF2-40B4-BE49-F238E27FC236}">
                <a16:creationId xmlns:a16="http://schemas.microsoft.com/office/drawing/2014/main" id="{D79D9DC8-6B94-7440-BB6F-DBC83C4BE59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1532" y="2798791"/>
            <a:ext cx="1047403" cy="663531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342900" indent="-342900" algn="l">
              <a:lnSpc>
                <a:spcPct val="100000"/>
              </a:lnSpc>
              <a:buClr>
                <a:srgbClr val="C00000"/>
              </a:buClr>
              <a:buSzPct val="85000"/>
              <a:buFont typeface="Hiragino Sans W6" panose="020B0400000000000000" pitchFamily="34" charset="-128"/>
              <a:buChar char="◼"/>
              <a:defRPr sz="28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02</a:t>
            </a:r>
            <a:endParaRPr kumimoji="1" lang="zh-CN" altLang="en-US" dirty="0"/>
          </a:p>
        </p:txBody>
      </p:sp>
      <p:sp>
        <p:nvSpPr>
          <p:cNvPr id="30" name="文本占位符 5">
            <a:extLst>
              <a:ext uri="{FF2B5EF4-FFF2-40B4-BE49-F238E27FC236}">
                <a16:creationId xmlns:a16="http://schemas.microsoft.com/office/drawing/2014/main" id="{A37CD68C-FF95-4F4D-BA51-39C9C64CC5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91532" y="4120704"/>
            <a:ext cx="1047403" cy="663531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342900" indent="-342900" algn="l">
              <a:lnSpc>
                <a:spcPct val="100000"/>
              </a:lnSpc>
              <a:buClr>
                <a:srgbClr val="C00000"/>
              </a:buClr>
              <a:buSzPct val="85000"/>
              <a:buFont typeface="Hiragino Sans W6" panose="020B0400000000000000" pitchFamily="34" charset="-128"/>
              <a:buChar char="◼"/>
              <a:defRPr sz="28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03</a:t>
            </a:r>
            <a:endParaRPr kumimoji="1" lang="zh-CN" altLang="en-US" dirty="0"/>
          </a:p>
        </p:txBody>
      </p:sp>
      <p:sp>
        <p:nvSpPr>
          <p:cNvPr id="31" name="文本占位符 5">
            <a:extLst>
              <a:ext uri="{FF2B5EF4-FFF2-40B4-BE49-F238E27FC236}">
                <a16:creationId xmlns:a16="http://schemas.microsoft.com/office/drawing/2014/main" id="{E18A9A3A-FEC1-0948-A661-59F4869D92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91532" y="5442616"/>
            <a:ext cx="1047403" cy="663531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342900" indent="-342900" algn="l">
              <a:lnSpc>
                <a:spcPct val="100000"/>
              </a:lnSpc>
              <a:buClr>
                <a:srgbClr val="C00000"/>
              </a:buClr>
              <a:buSzPct val="85000"/>
              <a:buFont typeface="Hiragino Sans W6" panose="020B0400000000000000" pitchFamily="34" charset="-128"/>
              <a:buChar char="◼"/>
              <a:defRPr sz="28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04</a:t>
            </a:r>
            <a:endParaRPr kumimoji="1" lang="zh-CN" altLang="en-US" dirty="0"/>
          </a:p>
        </p:txBody>
      </p:sp>
      <p:sp>
        <p:nvSpPr>
          <p:cNvPr id="32" name="文本占位符 5">
            <a:extLst>
              <a:ext uri="{FF2B5EF4-FFF2-40B4-BE49-F238E27FC236}">
                <a16:creationId xmlns:a16="http://schemas.microsoft.com/office/drawing/2014/main" id="{071E95E1-7359-B247-A6D8-5F21BDEFB8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48102" y="1332655"/>
            <a:ext cx="5837432" cy="914399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点击输入标题</a:t>
            </a:r>
            <a:endParaRPr kumimoji="1" lang="en-US" altLang="zh-CN" dirty="0"/>
          </a:p>
        </p:txBody>
      </p:sp>
      <p:sp>
        <p:nvSpPr>
          <p:cNvPr id="33" name="文本占位符 5">
            <a:extLst>
              <a:ext uri="{FF2B5EF4-FFF2-40B4-BE49-F238E27FC236}">
                <a16:creationId xmlns:a16="http://schemas.microsoft.com/office/drawing/2014/main" id="{A246854F-5083-6A4B-9208-84A629600B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8102" y="2654568"/>
            <a:ext cx="5837432" cy="914399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点击输入标题</a:t>
            </a:r>
          </a:p>
        </p:txBody>
      </p:sp>
      <p:sp>
        <p:nvSpPr>
          <p:cNvPr id="34" name="文本占位符 5">
            <a:extLst>
              <a:ext uri="{FF2B5EF4-FFF2-40B4-BE49-F238E27FC236}">
                <a16:creationId xmlns:a16="http://schemas.microsoft.com/office/drawing/2014/main" id="{EC34C017-95BF-9949-8DB2-C2E37BA045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48102" y="3976481"/>
            <a:ext cx="5837432" cy="914399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点击输入标题</a:t>
            </a:r>
          </a:p>
        </p:txBody>
      </p:sp>
      <p:sp>
        <p:nvSpPr>
          <p:cNvPr id="35" name="文本占位符 5">
            <a:extLst>
              <a:ext uri="{FF2B5EF4-FFF2-40B4-BE49-F238E27FC236}">
                <a16:creationId xmlns:a16="http://schemas.microsoft.com/office/drawing/2014/main" id="{CE7F4CD9-F6A4-5140-A95E-86217B7E30B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8102" y="5298393"/>
            <a:ext cx="5837432" cy="914399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点击输入标题</a:t>
            </a:r>
          </a:p>
        </p:txBody>
      </p:sp>
      <p:sp>
        <p:nvSpPr>
          <p:cNvPr id="37" name="Rectangle 16">
            <a:extLst>
              <a:ext uri="{FF2B5EF4-FFF2-40B4-BE49-F238E27FC236}">
                <a16:creationId xmlns:a16="http://schemas.microsoft.com/office/drawing/2014/main" id="{52B71744-29F7-9146-886E-2DCDEECFE00B}"/>
              </a:ext>
            </a:extLst>
          </p:cNvPr>
          <p:cNvSpPr/>
          <p:nvPr userDrawn="1"/>
        </p:nvSpPr>
        <p:spPr>
          <a:xfrm>
            <a:off x="387350" y="6475003"/>
            <a:ext cx="4952472" cy="234753"/>
          </a:xfrm>
          <a:prstGeom prst="homePlat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kumimoji="1" lang="en-US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©2025</a:t>
            </a:r>
            <a:r>
              <a:rPr kumimoji="1" lang="zh-CN" altLang="en-US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本文档版权归软通动力信息技术（集团）股份有限公司所有，并保留所有权利。</a:t>
            </a:r>
          </a:p>
        </p:txBody>
      </p:sp>
      <p:sp>
        <p:nvSpPr>
          <p:cNvPr id="20" name="灯片编号占位符 5">
            <a:extLst>
              <a:ext uri="{FF2B5EF4-FFF2-40B4-BE49-F238E27FC236}">
                <a16:creationId xmlns:a16="http://schemas.microsoft.com/office/drawing/2014/main" id="{3A143707-1D5F-B041-ADC4-344295FEA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5633" y="6380680"/>
            <a:ext cx="575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BA5AA548-F88F-1644-9623-DEB29B1AF9E7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20B4873-7E30-104C-B49D-0203C0E81B93}"/>
              </a:ext>
            </a:extLst>
          </p:cNvPr>
          <p:cNvGrpSpPr/>
          <p:nvPr userDrawn="1"/>
        </p:nvGrpSpPr>
        <p:grpSpPr>
          <a:xfrm>
            <a:off x="9378001" y="42224"/>
            <a:ext cx="2579935" cy="403132"/>
            <a:chOff x="9034086" y="842856"/>
            <a:chExt cx="2777779" cy="403132"/>
          </a:xfrm>
        </p:grpSpPr>
        <p:sp>
          <p:nvSpPr>
            <p:cNvPr id="22" name="圆角矩形 21">
              <a:extLst>
                <a:ext uri="{FF2B5EF4-FFF2-40B4-BE49-F238E27FC236}">
                  <a16:creationId xmlns:a16="http://schemas.microsoft.com/office/drawing/2014/main" id="{50EF2405-03CD-0249-8659-6856EA330336}"/>
                </a:ext>
              </a:extLst>
            </p:cNvPr>
            <p:cNvSpPr/>
            <p:nvPr userDrawn="1"/>
          </p:nvSpPr>
          <p:spPr>
            <a:xfrm>
              <a:off x="9034086" y="842856"/>
              <a:ext cx="2777779" cy="388352"/>
            </a:xfrm>
            <a:prstGeom prst="roundRect">
              <a:avLst>
                <a:gd name="adj" fmla="val 12063"/>
              </a:avLst>
            </a:prstGeom>
            <a:noFill/>
            <a:ln w="19050">
              <a:solidFill>
                <a:srgbClr val="D505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050" dirty="0">
                <a:solidFill>
                  <a:srgbClr val="D505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98CC7BC9-3F9F-5D46-BF63-228757221CFE}"/>
                </a:ext>
              </a:extLst>
            </p:cNvPr>
            <p:cNvSpPr txBox="1"/>
            <p:nvPr userDrawn="1"/>
          </p:nvSpPr>
          <p:spPr>
            <a:xfrm>
              <a:off x="9100034" y="86976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400" b="1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保密级别：</a:t>
              </a:r>
              <a:r>
                <a:rPr kumimoji="1" lang="zh-CN" altLang="en-US" sz="14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400" b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B73D51D8-C9E0-6747-9165-6CE4F4430B37}"/>
                </a:ext>
              </a:extLst>
            </p:cNvPr>
            <p:cNvSpPr txBox="1"/>
            <p:nvPr userDrawn="1"/>
          </p:nvSpPr>
          <p:spPr>
            <a:xfrm>
              <a:off x="9100034" y="105921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000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信息所有者：</a:t>
              </a:r>
              <a:r>
                <a:rPr kumimoji="1" lang="zh-CN" altLang="en-US" sz="10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000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5815F91B-5BDD-764C-A659-C701C5CA36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86938" y="475553"/>
            <a:ext cx="1870220" cy="38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585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1FFFA867-9669-294A-9BB0-1873E733B3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Rectangle 33">
            <a:extLst>
              <a:ext uri="{FF2B5EF4-FFF2-40B4-BE49-F238E27FC236}">
                <a16:creationId xmlns:a16="http://schemas.microsoft.com/office/drawing/2014/main" id="{D56A8B21-A134-8E4C-9A36-E5908A47D2C5}"/>
              </a:ext>
            </a:extLst>
          </p:cNvPr>
          <p:cNvSpPr/>
          <p:nvPr userDrawn="1"/>
        </p:nvSpPr>
        <p:spPr>
          <a:xfrm>
            <a:off x="0" y="-13252"/>
            <a:ext cx="12192000" cy="6858000"/>
          </a:xfrm>
          <a:prstGeom prst="rect">
            <a:avLst/>
          </a:prstGeom>
          <a:gradFill flip="none" rotWithShape="1">
            <a:gsLst>
              <a:gs pos="21000">
                <a:schemeClr val="tx1">
                  <a:alpha val="32000"/>
                </a:schemeClr>
              </a:gs>
              <a:gs pos="82000">
                <a:schemeClr val="tx1">
                  <a:alpha val="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30CEAA-83B2-F24F-878E-A4ACCD7F49F3}"/>
              </a:ext>
            </a:extLst>
          </p:cNvPr>
          <p:cNvSpPr/>
          <p:nvPr userDrawn="1"/>
        </p:nvSpPr>
        <p:spPr>
          <a:xfrm>
            <a:off x="0" y="2044874"/>
            <a:ext cx="12192000" cy="2439444"/>
          </a:xfrm>
          <a:prstGeom prst="rect">
            <a:avLst/>
          </a:prstGeom>
          <a:solidFill>
            <a:schemeClr val="tx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65F4E0B-6B3F-4F4B-BE26-2F679B8B775F}"/>
              </a:ext>
            </a:extLst>
          </p:cNvPr>
          <p:cNvSpPr/>
          <p:nvPr userDrawn="1"/>
        </p:nvSpPr>
        <p:spPr>
          <a:xfrm>
            <a:off x="682170" y="3483026"/>
            <a:ext cx="22606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占位符 9">
            <a:extLst>
              <a:ext uri="{FF2B5EF4-FFF2-40B4-BE49-F238E27FC236}">
                <a16:creationId xmlns:a16="http://schemas.microsoft.com/office/drawing/2014/main" id="{08847468-46B3-494E-9D6F-A47B4960D4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65221" y="2851413"/>
            <a:ext cx="877549" cy="631613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7" name="文本占位符 9">
            <a:extLst>
              <a:ext uri="{FF2B5EF4-FFF2-40B4-BE49-F238E27FC236}">
                <a16:creationId xmlns:a16="http://schemas.microsoft.com/office/drawing/2014/main" id="{63A3586F-AD51-C04A-AB46-6A8815D93D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13537" y="2851414"/>
            <a:ext cx="7922549" cy="64633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F9ADEDE-753A-1D48-BF2E-63B918AB52C4}"/>
              </a:ext>
            </a:extLst>
          </p:cNvPr>
          <p:cNvSpPr txBox="1"/>
          <p:nvPr userDrawn="1"/>
        </p:nvSpPr>
        <p:spPr>
          <a:xfrm>
            <a:off x="682171" y="2851413"/>
            <a:ext cx="1405641" cy="646331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3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PART</a:t>
            </a:r>
            <a:endParaRPr kumimoji="1" lang="zh-CN" altLang="en-US" sz="36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Rectangle 16">
            <a:extLst>
              <a:ext uri="{FF2B5EF4-FFF2-40B4-BE49-F238E27FC236}">
                <a16:creationId xmlns:a16="http://schemas.microsoft.com/office/drawing/2014/main" id="{EB99C728-D900-DF4E-9EA2-248E9C6009FC}"/>
              </a:ext>
            </a:extLst>
          </p:cNvPr>
          <p:cNvSpPr/>
          <p:nvPr userDrawn="1"/>
        </p:nvSpPr>
        <p:spPr>
          <a:xfrm>
            <a:off x="387350" y="6475003"/>
            <a:ext cx="4952472" cy="234753"/>
          </a:xfrm>
          <a:prstGeom prst="homePlat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kumimoji="1" lang="en-US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©2025</a:t>
            </a:r>
            <a:r>
              <a:rPr kumimoji="1" lang="zh-CN" altLang="en-US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本文档版权归软通动力信息技术（集团）股份有限公司所有，并保留所有权利。</a:t>
            </a:r>
          </a:p>
        </p:txBody>
      </p:sp>
      <p:sp>
        <p:nvSpPr>
          <p:cNvPr id="12" name="灯片编号占位符 5">
            <a:extLst>
              <a:ext uri="{FF2B5EF4-FFF2-40B4-BE49-F238E27FC236}">
                <a16:creationId xmlns:a16="http://schemas.microsoft.com/office/drawing/2014/main" id="{00289511-24C2-3F4F-892B-2AE93054C0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5633" y="6380680"/>
            <a:ext cx="575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BA5AA548-F88F-1644-9623-DEB29B1AF9E7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D3CACF2-EAC9-374D-B31A-56F07E58C027}"/>
              </a:ext>
            </a:extLst>
          </p:cNvPr>
          <p:cNvGrpSpPr/>
          <p:nvPr userDrawn="1"/>
        </p:nvGrpSpPr>
        <p:grpSpPr>
          <a:xfrm>
            <a:off x="9378001" y="42224"/>
            <a:ext cx="2579935" cy="403132"/>
            <a:chOff x="9034086" y="842856"/>
            <a:chExt cx="2777779" cy="403132"/>
          </a:xfrm>
        </p:grpSpPr>
        <p:sp>
          <p:nvSpPr>
            <p:cNvPr id="14" name="圆角矩形 13">
              <a:extLst>
                <a:ext uri="{FF2B5EF4-FFF2-40B4-BE49-F238E27FC236}">
                  <a16:creationId xmlns:a16="http://schemas.microsoft.com/office/drawing/2014/main" id="{9A3C90FC-6ECB-B942-8C71-3EE27490F530}"/>
                </a:ext>
              </a:extLst>
            </p:cNvPr>
            <p:cNvSpPr/>
            <p:nvPr userDrawn="1"/>
          </p:nvSpPr>
          <p:spPr>
            <a:xfrm>
              <a:off x="9034086" y="842856"/>
              <a:ext cx="2777779" cy="388352"/>
            </a:xfrm>
            <a:prstGeom prst="roundRect">
              <a:avLst>
                <a:gd name="adj" fmla="val 12063"/>
              </a:avLst>
            </a:prstGeom>
            <a:noFill/>
            <a:ln w="19050">
              <a:solidFill>
                <a:srgbClr val="D505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050" dirty="0">
                <a:solidFill>
                  <a:srgbClr val="D505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5CD1887-62AA-9644-B27D-3FB6452C5086}"/>
                </a:ext>
              </a:extLst>
            </p:cNvPr>
            <p:cNvSpPr txBox="1"/>
            <p:nvPr userDrawn="1"/>
          </p:nvSpPr>
          <p:spPr>
            <a:xfrm>
              <a:off x="9100034" y="86976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400" b="1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保密级别：</a:t>
              </a:r>
              <a:r>
                <a:rPr kumimoji="1" lang="zh-CN" altLang="en-US" sz="14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400" b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467D5CE-0135-7F4E-8A48-985CAA3DB946}"/>
                </a:ext>
              </a:extLst>
            </p:cNvPr>
            <p:cNvSpPr txBox="1"/>
            <p:nvPr userDrawn="1"/>
          </p:nvSpPr>
          <p:spPr>
            <a:xfrm>
              <a:off x="9100034" y="105921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000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信息所有者：</a:t>
              </a:r>
              <a:r>
                <a:rPr kumimoji="1" lang="zh-CN" altLang="en-US" sz="10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000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21" name="图片 20">
            <a:extLst>
              <a:ext uri="{FF2B5EF4-FFF2-40B4-BE49-F238E27FC236}">
                <a16:creationId xmlns:a16="http://schemas.microsoft.com/office/drawing/2014/main" id="{68607A7F-67F9-D546-ACA2-FC61213435B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86938" y="475553"/>
            <a:ext cx="1870220" cy="38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206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gradFill>
          <a:gsLst>
            <a:gs pos="0">
              <a:srgbClr val="002060">
                <a:alpha val="86000"/>
              </a:srgbClr>
            </a:gs>
            <a:gs pos="98000">
              <a:srgbClr val="002060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08DA6D6-ED45-514E-A3E3-7ADC78C6DD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-3" y="-13252"/>
            <a:ext cx="12192001" cy="6871252"/>
          </a:xfrm>
          <a:prstGeom prst="rect">
            <a:avLst/>
          </a:prstGeom>
        </p:spPr>
      </p:pic>
      <p:sp>
        <p:nvSpPr>
          <p:cNvPr id="11" name="Rectangle 33">
            <a:extLst>
              <a:ext uri="{FF2B5EF4-FFF2-40B4-BE49-F238E27FC236}">
                <a16:creationId xmlns:a16="http://schemas.microsoft.com/office/drawing/2014/main" id="{98662FE9-3C2E-CB4D-A9DA-361BB2628D41}"/>
              </a:ext>
            </a:extLst>
          </p:cNvPr>
          <p:cNvSpPr/>
          <p:nvPr userDrawn="1"/>
        </p:nvSpPr>
        <p:spPr>
          <a:xfrm>
            <a:off x="-3" y="-13252"/>
            <a:ext cx="12192000" cy="6871252"/>
          </a:xfrm>
          <a:prstGeom prst="rect">
            <a:avLst/>
          </a:prstGeom>
          <a:gradFill flip="none" rotWithShape="1">
            <a:gsLst>
              <a:gs pos="21000">
                <a:schemeClr val="tx1">
                  <a:alpha val="95000"/>
                </a:schemeClr>
              </a:gs>
              <a:gs pos="82000">
                <a:schemeClr val="tx1">
                  <a:alpha val="4700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A3EDFBD2-2439-B746-996A-8EED9273D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5633" y="6380680"/>
            <a:ext cx="575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BA5AA548-F88F-1644-9623-DEB29B1AF9E7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7E9C33-F2E0-A545-A1E6-2EBBF36DBC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350" y="385298"/>
            <a:ext cx="8748000" cy="557213"/>
          </a:xfrm>
          <a:prstGeom prst="rect">
            <a:avLst/>
          </a:prstGeom>
        </p:spPr>
        <p:txBody>
          <a:bodyPr lIns="0" rIns="0" anchor="ctr" anchorCtr="0"/>
          <a:lstStyle>
            <a:lvl1pPr>
              <a:lnSpc>
                <a:spcPct val="100000"/>
              </a:lnSpc>
              <a:defRPr sz="2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0" name="Rectangle 16">
            <a:extLst>
              <a:ext uri="{FF2B5EF4-FFF2-40B4-BE49-F238E27FC236}">
                <a16:creationId xmlns:a16="http://schemas.microsoft.com/office/drawing/2014/main" id="{508160B8-408C-564D-BCFE-76741C9FAF58}"/>
              </a:ext>
            </a:extLst>
          </p:cNvPr>
          <p:cNvSpPr/>
          <p:nvPr userDrawn="1"/>
        </p:nvSpPr>
        <p:spPr>
          <a:xfrm>
            <a:off x="387350" y="6475003"/>
            <a:ext cx="4952472" cy="234753"/>
          </a:xfrm>
          <a:prstGeom prst="homePlat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kumimoji="1" lang="en-US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©2025</a:t>
            </a:r>
            <a:r>
              <a:rPr kumimoji="1" lang="zh-CN" altLang="en-US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本文档版权归软通动力信息技术（集团）股份有限公司所有，并保留所有权利。</a:t>
            </a: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CAC2A401-061E-AD78-5618-8B2C0E61734F}"/>
              </a:ext>
            </a:extLst>
          </p:cNvPr>
          <p:cNvSpPr/>
          <p:nvPr userDrawn="1"/>
        </p:nvSpPr>
        <p:spPr>
          <a:xfrm>
            <a:off x="234065" y="430576"/>
            <a:ext cx="51407" cy="46665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 eaLnBrk="1" fontAlgn="auto" hangingPunct="1">
              <a:spcBef>
                <a:spcPts val="1000"/>
              </a:spcBef>
              <a:spcAft>
                <a:spcPts val="0"/>
              </a:spcAft>
              <a:defRPr/>
            </a:pPr>
            <a:endParaRPr lang="en-US" sz="1400" b="1" dirty="0">
              <a:solidFill>
                <a:schemeClr val="tx1"/>
              </a:solidFill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C2C90570-83B2-0140-9755-1534501DF589}"/>
              </a:ext>
            </a:extLst>
          </p:cNvPr>
          <p:cNvGrpSpPr/>
          <p:nvPr userDrawn="1"/>
        </p:nvGrpSpPr>
        <p:grpSpPr>
          <a:xfrm>
            <a:off x="9378001" y="42224"/>
            <a:ext cx="2579935" cy="403132"/>
            <a:chOff x="9034086" y="842856"/>
            <a:chExt cx="2777779" cy="403132"/>
          </a:xfrm>
        </p:grpSpPr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D947C160-4D4E-4E47-BE63-5E2B021CB42B}"/>
                </a:ext>
              </a:extLst>
            </p:cNvPr>
            <p:cNvSpPr/>
            <p:nvPr userDrawn="1"/>
          </p:nvSpPr>
          <p:spPr>
            <a:xfrm>
              <a:off x="9034086" y="842856"/>
              <a:ext cx="2777779" cy="388352"/>
            </a:xfrm>
            <a:prstGeom prst="roundRect">
              <a:avLst>
                <a:gd name="adj" fmla="val 12063"/>
              </a:avLst>
            </a:prstGeom>
            <a:noFill/>
            <a:ln w="19050">
              <a:solidFill>
                <a:srgbClr val="D505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050" dirty="0">
                <a:solidFill>
                  <a:srgbClr val="D505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D0161010-5D84-254E-8421-30EFF1D56E7C}"/>
                </a:ext>
              </a:extLst>
            </p:cNvPr>
            <p:cNvSpPr txBox="1"/>
            <p:nvPr userDrawn="1"/>
          </p:nvSpPr>
          <p:spPr>
            <a:xfrm>
              <a:off x="9100034" y="86976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400" b="1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保密级别：</a:t>
              </a:r>
              <a:r>
                <a:rPr kumimoji="1" lang="zh-CN" altLang="en-US" sz="14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400" b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1233BBA-0561-C84D-B9F7-D00437BD2C25}"/>
                </a:ext>
              </a:extLst>
            </p:cNvPr>
            <p:cNvSpPr txBox="1"/>
            <p:nvPr userDrawn="1"/>
          </p:nvSpPr>
          <p:spPr>
            <a:xfrm>
              <a:off x="9100034" y="105921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000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信息所有者：</a:t>
              </a:r>
              <a:r>
                <a:rPr kumimoji="1" lang="zh-CN" altLang="en-US" sz="10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000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A6035861-2103-7147-AEAB-4461F9BC56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90638" y="422967"/>
            <a:ext cx="1844500" cy="38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20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1FFFA867-9669-294A-9BB0-1873E733B3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33">
            <a:extLst>
              <a:ext uri="{FF2B5EF4-FFF2-40B4-BE49-F238E27FC236}">
                <a16:creationId xmlns:a16="http://schemas.microsoft.com/office/drawing/2014/main" id="{6CA2CA27-6530-3440-99A1-3B265C4C8BA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1000">
                <a:schemeClr val="tx1">
                  <a:alpha val="51000"/>
                </a:schemeClr>
              </a:gs>
              <a:gs pos="82000">
                <a:schemeClr val="tx1">
                  <a:alpha val="2600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81D7760-F46F-D74D-471F-DC987CD2C0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2894947" y="2635526"/>
            <a:ext cx="1586948" cy="1586948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A987481D-ABF8-D05A-EB6F-8650BD75795E}"/>
              </a:ext>
            </a:extLst>
          </p:cNvPr>
          <p:cNvGrpSpPr/>
          <p:nvPr userDrawn="1"/>
        </p:nvGrpSpPr>
        <p:grpSpPr>
          <a:xfrm>
            <a:off x="4589568" y="2810947"/>
            <a:ext cx="4707486" cy="1236106"/>
            <a:chOff x="4589568" y="3637204"/>
            <a:chExt cx="4707486" cy="1236106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7887F33C-753D-0BAF-2DCF-A90466E26528}"/>
                </a:ext>
              </a:extLst>
            </p:cNvPr>
            <p:cNvSpPr txBox="1"/>
            <p:nvPr/>
          </p:nvSpPr>
          <p:spPr>
            <a:xfrm>
              <a:off x="4589569" y="4124452"/>
              <a:ext cx="41531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北京市海淀区西北旺东路</a:t>
              </a:r>
              <a:r>
                <a:rPr kumimoji="1" lang="en-US" altLang="zh-CN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10</a:t>
              </a:r>
              <a:r>
                <a:rPr kumimoji="1" lang="zh-CN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号院东区</a:t>
              </a:r>
              <a:r>
                <a:rPr kumimoji="1" lang="en-US" altLang="zh-CN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16</a:t>
              </a:r>
              <a:r>
                <a:rPr kumimoji="1" lang="zh-CN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号楼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A023887-3071-9BF4-1A51-E6837E31F07B}"/>
                </a:ext>
              </a:extLst>
            </p:cNvPr>
            <p:cNvSpPr txBox="1"/>
            <p:nvPr/>
          </p:nvSpPr>
          <p:spPr>
            <a:xfrm>
              <a:off x="4595738" y="3637204"/>
              <a:ext cx="470131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软通动力信息技术</a:t>
              </a:r>
              <a:r>
                <a:rPr kumimoji="1" lang="en-US" altLang="zh-CN" sz="2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(</a:t>
              </a:r>
              <a:r>
                <a:rPr kumimoji="1" lang="zh-CN" altLang="en-US" sz="2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集团</a:t>
              </a:r>
              <a:r>
                <a:rPr kumimoji="1" lang="en-US" altLang="zh-CN" sz="2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)</a:t>
              </a:r>
              <a:r>
                <a:rPr kumimoji="1" lang="zh-CN" altLang="en-US" sz="2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股份有限公司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78D663D3-4DB6-7BEE-1141-A790243A9513}"/>
                </a:ext>
              </a:extLst>
            </p:cNvPr>
            <p:cNvSpPr txBox="1"/>
            <p:nvPr/>
          </p:nvSpPr>
          <p:spPr>
            <a:xfrm>
              <a:off x="4589568" y="4534756"/>
              <a:ext cx="21532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GB" altLang="zh-CN" sz="1600" dirty="0" err="1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www.isoftstone.com</a:t>
              </a:r>
              <a:endParaRPr kumimoji="1"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6797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351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23" r:id="rId2"/>
    <p:sldLayoutId id="2147483724" r:id="rId3"/>
    <p:sldLayoutId id="2147483702" r:id="rId4"/>
    <p:sldLayoutId id="2147483706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PT" sz="2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ts val="22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33680" indent="-228600" algn="l" defTabSz="914400" rtl="0" eaLnBrk="1" latinLnBrk="0" hangingPunct="1">
        <a:lnSpc>
          <a:spcPts val="2000"/>
        </a:lnSpc>
        <a:spcBef>
          <a:spcPts val="0"/>
        </a:spcBef>
        <a:spcAft>
          <a:spcPts val="600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4155" algn="l" defTabSz="914400" rtl="0" eaLnBrk="1" latinLnBrk="0" hangingPunct="1">
        <a:lnSpc>
          <a:spcPts val="16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90880" indent="-23368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9584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5" r:id="rId2"/>
    <p:sldLayoutId id="2147483726" r:id="rId3"/>
    <p:sldLayoutId id="2147483716" r:id="rId4"/>
    <p:sldLayoutId id="2147483720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PT" sz="2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ts val="22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33680" indent="-228600" algn="l" defTabSz="914400" rtl="0" eaLnBrk="1" latinLnBrk="0" hangingPunct="1">
        <a:lnSpc>
          <a:spcPts val="2000"/>
        </a:lnSpc>
        <a:spcBef>
          <a:spcPts val="0"/>
        </a:spcBef>
        <a:spcAft>
          <a:spcPts val="600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4155" algn="l" defTabSz="914400" rtl="0" eaLnBrk="1" latinLnBrk="0" hangingPunct="1">
        <a:lnSpc>
          <a:spcPts val="16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90880" indent="-23368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97F4E3-E193-5543-579D-BEFDA5718E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东南大学</a:t>
            </a:r>
            <a:r>
              <a:rPr lang="en-US" altLang="zh-CN" dirty="0"/>
              <a:t>2025</a:t>
            </a: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4CEDA2C-D5DF-D8BA-A6FF-DF3866B022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实训任务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02-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完成需求分析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2311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593416-4CED-2348-A1A2-6955627152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B5001F"/>
                </a:solidFill>
                <a:cs typeface="Arial" panose="020B0604020202020204" pitchFamily="34" charset="0"/>
              </a:rPr>
              <a:t>1.</a:t>
            </a:r>
            <a:r>
              <a:rPr lang="zh-CN" altLang="en-US" sz="2800" dirty="0">
                <a:solidFill>
                  <a:srgbClr val="B5001F"/>
                </a:solidFill>
                <a:cs typeface="Arial" panose="020B0604020202020204" pitchFamily="34" charset="0"/>
              </a:rPr>
              <a:t> 任务</a:t>
            </a:r>
          </a:p>
        </p:txBody>
      </p:sp>
      <p:cxnSp>
        <p:nvCxnSpPr>
          <p:cNvPr id="6" name="直接连接符 25">
            <a:extLst>
              <a:ext uri="{FF2B5EF4-FFF2-40B4-BE49-F238E27FC236}">
                <a16:creationId xmlns:a16="http://schemas.microsoft.com/office/drawing/2014/main" id="{BF944B17-5679-4715-9305-86FD4E9D7654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0C1F729-2D62-4A4C-9F9C-F09A0174DA8E}"/>
              </a:ext>
            </a:extLst>
          </p:cNvPr>
          <p:cNvSpPr/>
          <p:nvPr/>
        </p:nvSpPr>
        <p:spPr>
          <a:xfrm>
            <a:off x="3865714" y="2603377"/>
            <a:ext cx="3746377" cy="54153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需求分析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02CC205-42A1-46FF-8FB2-CD1C378B9326}"/>
              </a:ext>
            </a:extLst>
          </p:cNvPr>
          <p:cNvSpPr/>
          <p:nvPr/>
        </p:nvSpPr>
        <p:spPr>
          <a:xfrm>
            <a:off x="4723239" y="3417671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完成所有用例描述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DF1AC3E-667E-444D-9D65-8B8B7750EB92}"/>
              </a:ext>
            </a:extLst>
          </p:cNvPr>
          <p:cNvSpPr/>
          <p:nvPr/>
        </p:nvSpPr>
        <p:spPr>
          <a:xfrm>
            <a:off x="4723239" y="4059759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完成需求分析文档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B171BD6-0B68-44D4-A7DA-43551F8E783B}"/>
              </a:ext>
            </a:extLst>
          </p:cNvPr>
          <p:cNvSpPr/>
          <p:nvPr/>
        </p:nvSpPr>
        <p:spPr>
          <a:xfrm>
            <a:off x="5501087" y="3782760"/>
            <a:ext cx="27029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上一天已经完成：需求描述 </a:t>
            </a:r>
            <a:r>
              <a:rPr lang="en-US" altLang="zh-CN" sz="1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用例图</a:t>
            </a:r>
          </a:p>
        </p:txBody>
      </p:sp>
    </p:spTree>
    <p:extLst>
      <p:ext uri="{BB962C8B-B14F-4D97-AF65-F5344CB8AC3E}">
        <p14:creationId xmlns:p14="http://schemas.microsoft.com/office/powerpoint/2010/main" val="2505968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593416-4CED-2348-A1A2-6955627152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B5001F"/>
                </a:solidFill>
                <a:cs typeface="Arial" panose="020B0604020202020204" pitchFamily="34" charset="0"/>
              </a:rPr>
              <a:t>2.</a:t>
            </a:r>
            <a:r>
              <a:rPr lang="zh-CN" altLang="en-US" sz="2800" dirty="0">
                <a:solidFill>
                  <a:srgbClr val="B5001F"/>
                </a:solidFill>
                <a:cs typeface="Arial" panose="020B0604020202020204" pitchFamily="34" charset="0"/>
              </a:rPr>
              <a:t> 内容</a:t>
            </a:r>
          </a:p>
        </p:txBody>
      </p:sp>
      <p:cxnSp>
        <p:nvCxnSpPr>
          <p:cNvPr id="6" name="直接连接符 25">
            <a:extLst>
              <a:ext uri="{FF2B5EF4-FFF2-40B4-BE49-F238E27FC236}">
                <a16:creationId xmlns:a16="http://schemas.microsoft.com/office/drawing/2014/main" id="{BF944B17-5679-4715-9305-86FD4E9D7654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0830541-D132-4A6D-92AE-3F16C608A601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3" name="矩形 52">
            <a:extLst>
              <a:ext uri="{FF2B5EF4-FFF2-40B4-BE49-F238E27FC236}">
                <a16:creationId xmlns:a16="http://schemas.microsoft.com/office/drawing/2014/main" id="{7C11DB03-AED7-43C6-8BB1-9B1D351F7AF3}"/>
              </a:ext>
            </a:extLst>
          </p:cNvPr>
          <p:cNvSpPr/>
          <p:nvPr/>
        </p:nvSpPr>
        <p:spPr>
          <a:xfrm>
            <a:off x="1059401" y="1804335"/>
            <a:ext cx="7800513" cy="2433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完成所有用例描述；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完成项目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风格设计；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完成功能范围定义与性能指标定义；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完成部署结构说明；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完成生产运行环境说明；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0196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593416-4CED-2348-A1A2-6955627152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B5001F"/>
                </a:solidFill>
                <a:cs typeface="Arial" panose="020B0604020202020204" pitchFamily="34" charset="0"/>
              </a:rPr>
              <a:t>3.</a:t>
            </a:r>
            <a:r>
              <a:rPr lang="zh-CN" altLang="en-US" sz="2800" dirty="0">
                <a:solidFill>
                  <a:srgbClr val="B5001F"/>
                </a:solidFill>
                <a:cs typeface="Arial" panose="020B0604020202020204" pitchFamily="34" charset="0"/>
              </a:rPr>
              <a:t> 要求</a:t>
            </a:r>
          </a:p>
        </p:txBody>
      </p:sp>
      <p:cxnSp>
        <p:nvCxnSpPr>
          <p:cNvPr id="6" name="直接连接符 25">
            <a:extLst>
              <a:ext uri="{FF2B5EF4-FFF2-40B4-BE49-F238E27FC236}">
                <a16:creationId xmlns:a16="http://schemas.microsoft.com/office/drawing/2014/main" id="{BF944B17-5679-4715-9305-86FD4E9D7654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0830541-D132-4A6D-92AE-3F16C608A601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29B41885-BB64-4F0F-9FF9-BE16F8862701}"/>
              </a:ext>
            </a:extLst>
          </p:cNvPr>
          <p:cNvSpPr/>
          <p:nvPr/>
        </p:nvSpPr>
        <p:spPr>
          <a:xfrm>
            <a:off x="932329" y="1574415"/>
            <a:ext cx="6096000" cy="14437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完成所有需求分析的内容；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完成需求分析文档；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规范排版与格式；</a:t>
            </a:r>
          </a:p>
        </p:txBody>
      </p:sp>
    </p:spTree>
    <p:extLst>
      <p:ext uri="{BB962C8B-B14F-4D97-AF65-F5344CB8AC3E}">
        <p14:creationId xmlns:p14="http://schemas.microsoft.com/office/powerpoint/2010/main" val="2091676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593416-4CED-2348-A1A2-6955627152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B5001F"/>
                </a:solidFill>
                <a:cs typeface="Arial" panose="020B0604020202020204" pitchFamily="34" charset="0"/>
              </a:rPr>
              <a:t>4.</a:t>
            </a:r>
            <a:r>
              <a:rPr lang="zh-CN" altLang="en-US" sz="2800" dirty="0">
                <a:solidFill>
                  <a:srgbClr val="B5001F"/>
                </a:solidFill>
                <a:cs typeface="Arial" panose="020B0604020202020204" pitchFamily="34" charset="0"/>
              </a:rPr>
              <a:t> 提交物</a:t>
            </a:r>
          </a:p>
        </p:txBody>
      </p:sp>
      <p:cxnSp>
        <p:nvCxnSpPr>
          <p:cNvPr id="6" name="直接连接符 25">
            <a:extLst>
              <a:ext uri="{FF2B5EF4-FFF2-40B4-BE49-F238E27FC236}">
                <a16:creationId xmlns:a16="http://schemas.microsoft.com/office/drawing/2014/main" id="{BF944B17-5679-4715-9305-86FD4E9D7654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0830541-D132-4A6D-92AE-3F16C608A601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E4E4BEBE-C94F-479E-B54E-D28324E6763A}"/>
              </a:ext>
            </a:extLst>
          </p:cNvPr>
          <p:cNvSpPr/>
          <p:nvPr/>
        </p:nvSpPr>
        <p:spPr>
          <a:xfrm>
            <a:off x="2920834" y="2061839"/>
            <a:ext cx="4594705" cy="54153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完整的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需求分析文档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231FF05-37B7-4E59-B383-C7504E87FA2D}"/>
              </a:ext>
            </a:extLst>
          </p:cNvPr>
          <p:cNvSpPr txBox="1"/>
          <p:nvPr/>
        </p:nvSpPr>
        <p:spPr>
          <a:xfrm>
            <a:off x="3558376" y="4162993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通过结果，看文档协作的评价</a:t>
            </a:r>
          </a:p>
        </p:txBody>
      </p:sp>
    </p:spTree>
    <p:extLst>
      <p:ext uri="{BB962C8B-B14F-4D97-AF65-F5344CB8AC3E}">
        <p14:creationId xmlns:p14="http://schemas.microsoft.com/office/powerpoint/2010/main" val="3374576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97F4E3-E193-5543-579D-BEFDA5718E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实训指导</a:t>
            </a:r>
            <a:endParaRPr lang="en-US" altLang="zh-CN" sz="3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5155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593416-4CED-2348-A1A2-6955627152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B5001F"/>
                </a:solidFill>
                <a:latin typeface="Arial" panose="020B0604020202020204" pitchFamily="34" charset="0"/>
                <a:ea typeface="Lato Black" charset="0"/>
                <a:cs typeface="Arial" panose="020B0604020202020204" pitchFamily="34" charset="0"/>
              </a:rPr>
              <a:t>1.</a:t>
            </a:r>
            <a:r>
              <a:rPr lang="zh-CN" altLang="en-US" sz="2800" dirty="0">
                <a:solidFill>
                  <a:srgbClr val="B5001F"/>
                </a:solidFill>
                <a:latin typeface="Arial" panose="020B0604020202020204" pitchFamily="34" charset="0"/>
                <a:ea typeface="Lato Black" charset="0"/>
                <a:cs typeface="Arial" panose="020B0604020202020204" pitchFamily="34" charset="0"/>
              </a:rPr>
              <a:t> 说明</a:t>
            </a:r>
          </a:p>
        </p:txBody>
      </p:sp>
      <p:cxnSp>
        <p:nvCxnSpPr>
          <p:cNvPr id="6" name="直接连接符 25">
            <a:extLst>
              <a:ext uri="{FF2B5EF4-FFF2-40B4-BE49-F238E27FC236}">
                <a16:creationId xmlns:a16="http://schemas.microsoft.com/office/drawing/2014/main" id="{BF944B17-5679-4715-9305-86FD4E9D7654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0830541-D132-4A6D-92AE-3F16C608A601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8D6FC06-5B26-44E2-8D40-84E4037420FD}"/>
              </a:ext>
            </a:extLst>
          </p:cNvPr>
          <p:cNvSpPr/>
          <p:nvPr/>
        </p:nvSpPr>
        <p:spPr>
          <a:xfrm>
            <a:off x="3550754" y="1707963"/>
            <a:ext cx="3746377" cy="54153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文档说明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CD09173-03FD-4BB3-965C-3EAA90720456}"/>
              </a:ext>
            </a:extLst>
          </p:cNvPr>
          <p:cNvSpPr/>
          <p:nvPr/>
        </p:nvSpPr>
        <p:spPr>
          <a:xfrm>
            <a:off x="3550754" y="3049971"/>
            <a:ext cx="3746377" cy="54153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术语定义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7DD8146-D7F9-4202-AF91-6C7009CB1EBC}"/>
              </a:ext>
            </a:extLst>
          </p:cNvPr>
          <p:cNvSpPr txBox="1"/>
          <p:nvPr/>
        </p:nvSpPr>
        <p:spPr>
          <a:xfrm>
            <a:off x="6088117" y="3718845"/>
            <a:ext cx="3595856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dirty="0"/>
              <a:t>备注：行业术语，不需要描述软件专业术语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AD958BB-2F74-462F-8F8D-29A8A3B63577}"/>
              </a:ext>
            </a:extLst>
          </p:cNvPr>
          <p:cNvSpPr txBox="1"/>
          <p:nvPr/>
        </p:nvSpPr>
        <p:spPr>
          <a:xfrm>
            <a:off x="6088117" y="2341958"/>
            <a:ext cx="431400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dirty="0"/>
              <a:t>备注：本文档的说明，比如目的、编写者、用途等。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04AD98E-C7F0-45CB-8E21-E7E40A5F6CFA}"/>
              </a:ext>
            </a:extLst>
          </p:cNvPr>
          <p:cNvSpPr/>
          <p:nvPr/>
        </p:nvSpPr>
        <p:spPr>
          <a:xfrm>
            <a:off x="3550753" y="4380498"/>
            <a:ext cx="3746377" cy="54153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其他说明</a:t>
            </a:r>
          </a:p>
        </p:txBody>
      </p:sp>
    </p:spTree>
    <p:extLst>
      <p:ext uri="{BB962C8B-B14F-4D97-AF65-F5344CB8AC3E}">
        <p14:creationId xmlns:p14="http://schemas.microsoft.com/office/powerpoint/2010/main" val="2554169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593416-4CED-2348-A1A2-6955627152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B5001F"/>
                </a:solidFill>
                <a:cs typeface="Arial" panose="020B0604020202020204" pitchFamily="34" charset="0"/>
              </a:rPr>
              <a:t>2.</a:t>
            </a:r>
            <a:r>
              <a:rPr lang="zh-CN" altLang="en-US" sz="2800" dirty="0">
                <a:solidFill>
                  <a:srgbClr val="B5001F"/>
                </a:solidFill>
                <a:cs typeface="Arial" panose="020B0604020202020204" pitchFamily="34" charset="0"/>
              </a:rPr>
              <a:t>  需求说明的辅助说明</a:t>
            </a:r>
          </a:p>
        </p:txBody>
      </p:sp>
      <p:cxnSp>
        <p:nvCxnSpPr>
          <p:cNvPr id="6" name="直接连接符 25">
            <a:extLst>
              <a:ext uri="{FF2B5EF4-FFF2-40B4-BE49-F238E27FC236}">
                <a16:creationId xmlns:a16="http://schemas.microsoft.com/office/drawing/2014/main" id="{BF944B17-5679-4715-9305-86FD4E9D7654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0830541-D132-4A6D-92AE-3F16C608A601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562E872-4387-473F-AD06-3563F46EB91E}"/>
              </a:ext>
            </a:extLst>
          </p:cNvPr>
          <p:cNvSpPr/>
          <p:nvPr/>
        </p:nvSpPr>
        <p:spPr>
          <a:xfrm>
            <a:off x="3865713" y="1714447"/>
            <a:ext cx="4932057" cy="54153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项目背景说明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7D703A0-6767-4E4F-BB63-65F34A55FAC7}"/>
              </a:ext>
            </a:extLst>
          </p:cNvPr>
          <p:cNvSpPr/>
          <p:nvPr/>
        </p:nvSpPr>
        <p:spPr>
          <a:xfrm>
            <a:off x="3865713" y="2655902"/>
            <a:ext cx="4932057" cy="54153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项目目标与意义说明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A2F33FE-0E71-4003-9E50-D67EF9BCDFEB}"/>
              </a:ext>
            </a:extLst>
          </p:cNvPr>
          <p:cNvSpPr/>
          <p:nvPr/>
        </p:nvSpPr>
        <p:spPr>
          <a:xfrm>
            <a:off x="3865712" y="3672015"/>
            <a:ext cx="4932057" cy="54153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项目遵循的原则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9C8ACAE-7A4E-4637-9F29-9E16750C6841}"/>
              </a:ext>
            </a:extLst>
          </p:cNvPr>
          <p:cNvSpPr/>
          <p:nvPr/>
        </p:nvSpPr>
        <p:spPr>
          <a:xfrm>
            <a:off x="3865711" y="4688128"/>
            <a:ext cx="4932057" cy="54153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需求说明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21CA769-EE61-4DD2-8414-1980916C8AA5}"/>
              </a:ext>
            </a:extLst>
          </p:cNvPr>
          <p:cNvSpPr/>
          <p:nvPr/>
        </p:nvSpPr>
        <p:spPr>
          <a:xfrm>
            <a:off x="7028329" y="4274916"/>
            <a:ext cx="18261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补充在需求说明前</a:t>
            </a:r>
          </a:p>
        </p:txBody>
      </p:sp>
    </p:spTree>
    <p:extLst>
      <p:ext uri="{BB962C8B-B14F-4D97-AF65-F5344CB8AC3E}">
        <p14:creationId xmlns:p14="http://schemas.microsoft.com/office/powerpoint/2010/main" val="700307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593416-4CED-2348-A1A2-6955627152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B5001F"/>
                </a:solidFill>
                <a:cs typeface="Arial" panose="020B0604020202020204" pitchFamily="34" charset="0"/>
              </a:rPr>
              <a:t>3.</a:t>
            </a:r>
            <a:r>
              <a:rPr lang="zh-CN" altLang="en-US" sz="2800" dirty="0">
                <a:solidFill>
                  <a:srgbClr val="B5001F"/>
                </a:solidFill>
                <a:cs typeface="Arial" panose="020B0604020202020204" pitchFamily="34" charset="0"/>
              </a:rPr>
              <a:t> 用户界面风格</a:t>
            </a:r>
          </a:p>
        </p:txBody>
      </p:sp>
      <p:cxnSp>
        <p:nvCxnSpPr>
          <p:cNvPr id="6" name="直接连接符 25">
            <a:extLst>
              <a:ext uri="{FF2B5EF4-FFF2-40B4-BE49-F238E27FC236}">
                <a16:creationId xmlns:a16="http://schemas.microsoft.com/office/drawing/2014/main" id="{BF944B17-5679-4715-9305-86FD4E9D7654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0830541-D132-4A6D-92AE-3F16C608A601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DDE33013-8A5E-4A6F-AAD1-9A94177EB806}"/>
              </a:ext>
            </a:extLst>
          </p:cNvPr>
          <p:cNvSpPr/>
          <p:nvPr/>
        </p:nvSpPr>
        <p:spPr>
          <a:xfrm>
            <a:off x="1310936" y="1189641"/>
            <a:ext cx="510909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作为需求分析的补充，添加到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需求分析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那一节中。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8C8280C-ACE9-4230-8277-4321A9289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17" y="1679413"/>
            <a:ext cx="7622065" cy="374354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9AF5D2AE-F8AD-4749-ABB4-4823750E7709}"/>
              </a:ext>
            </a:extLst>
          </p:cNvPr>
          <p:cNvSpPr/>
          <p:nvPr/>
        </p:nvSpPr>
        <p:spPr>
          <a:xfrm>
            <a:off x="8016536" y="1844403"/>
            <a:ext cx="3799642" cy="34135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主题颜色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不超过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布局结构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不同的模板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登录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marL="800100" lvl="1" indent="-34290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 marL="800100" lvl="1" indent="-34290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9338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593416-4CED-2348-A1A2-6955627152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B5001F"/>
                </a:solidFill>
                <a:cs typeface="Arial" panose="020B0604020202020204" pitchFamily="34" charset="0"/>
              </a:rPr>
              <a:t>4.</a:t>
            </a:r>
            <a:r>
              <a:rPr lang="zh-CN" altLang="en-US" sz="2800" dirty="0">
                <a:solidFill>
                  <a:srgbClr val="B5001F"/>
                </a:solidFill>
                <a:cs typeface="Arial" panose="020B0604020202020204" pitchFamily="34" charset="0"/>
              </a:rPr>
              <a:t> 功能范围</a:t>
            </a:r>
          </a:p>
        </p:txBody>
      </p:sp>
      <p:cxnSp>
        <p:nvCxnSpPr>
          <p:cNvPr id="6" name="直接连接符 25">
            <a:extLst>
              <a:ext uri="{FF2B5EF4-FFF2-40B4-BE49-F238E27FC236}">
                <a16:creationId xmlns:a16="http://schemas.microsoft.com/office/drawing/2014/main" id="{BF944B17-5679-4715-9305-86FD4E9D7654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0830541-D132-4A6D-92AE-3F16C608A601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BFC98402-9550-4FB1-98C2-E4A5035E0A4D}"/>
              </a:ext>
            </a:extLst>
          </p:cNvPr>
          <p:cNvSpPr/>
          <p:nvPr/>
        </p:nvSpPr>
        <p:spPr>
          <a:xfrm>
            <a:off x="1331650" y="1475997"/>
            <a:ext cx="6329779" cy="39060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实际上是对需求分析的表格化摘要：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按照模块组织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每个模块的功能列表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功能的关键摘要信息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其他可选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性能描述可选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如果需要加，则对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的模型添加一些指标要求。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 App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添加一些应用速度与并发的性能要求。</a:t>
            </a:r>
          </a:p>
        </p:txBody>
      </p:sp>
    </p:spTree>
    <p:extLst>
      <p:ext uri="{BB962C8B-B14F-4D97-AF65-F5344CB8AC3E}">
        <p14:creationId xmlns:p14="http://schemas.microsoft.com/office/powerpoint/2010/main" val="3920261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593416-4CED-2348-A1A2-6955627152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B5001F"/>
                </a:solidFill>
                <a:cs typeface="Arial" panose="020B0604020202020204" pitchFamily="34" charset="0"/>
              </a:rPr>
              <a:t>5.</a:t>
            </a:r>
            <a:r>
              <a:rPr lang="zh-CN" altLang="en-US" sz="2800" dirty="0">
                <a:solidFill>
                  <a:srgbClr val="B5001F"/>
                </a:solidFill>
                <a:cs typeface="Arial" panose="020B0604020202020204" pitchFamily="34" charset="0"/>
              </a:rPr>
              <a:t> 环境需求</a:t>
            </a:r>
          </a:p>
        </p:txBody>
      </p:sp>
      <p:cxnSp>
        <p:nvCxnSpPr>
          <p:cNvPr id="6" name="直接连接符 25">
            <a:extLst>
              <a:ext uri="{FF2B5EF4-FFF2-40B4-BE49-F238E27FC236}">
                <a16:creationId xmlns:a16="http://schemas.microsoft.com/office/drawing/2014/main" id="{BF944B17-5679-4715-9305-86FD4E9D7654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0830541-D132-4A6D-92AE-3F16C608A601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4B270B9-8895-41A3-8142-06E1C276FD88}"/>
              </a:ext>
            </a:extLst>
          </p:cNvPr>
          <p:cNvSpPr/>
          <p:nvPr/>
        </p:nvSpPr>
        <p:spPr>
          <a:xfrm>
            <a:off x="3281952" y="1711171"/>
            <a:ext cx="3746377" cy="54153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网络环境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35754DB-1C8A-4D7D-9877-D1C0C3338017}"/>
              </a:ext>
            </a:extLst>
          </p:cNvPr>
          <p:cNvSpPr/>
          <p:nvPr/>
        </p:nvSpPr>
        <p:spPr>
          <a:xfrm>
            <a:off x="3281952" y="2616693"/>
            <a:ext cx="3746377" cy="54153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运行环境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BEE1D6D-A05E-4FB7-8F12-E4535B700915}"/>
              </a:ext>
            </a:extLst>
          </p:cNvPr>
          <p:cNvSpPr/>
          <p:nvPr/>
        </p:nvSpPr>
        <p:spPr>
          <a:xfrm>
            <a:off x="3281951" y="3639103"/>
            <a:ext cx="3746377" cy="54153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人员要求（可选）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D8A3F15-425E-49CF-93AF-CBF4A059F1F5}"/>
              </a:ext>
            </a:extLst>
          </p:cNvPr>
          <p:cNvSpPr/>
          <p:nvPr/>
        </p:nvSpPr>
        <p:spPr>
          <a:xfrm>
            <a:off x="3290830" y="4577282"/>
            <a:ext cx="3746377" cy="54153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其他特殊要求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7E58C3B-5831-48B7-8E1F-2C2CC94458D1}"/>
              </a:ext>
            </a:extLst>
          </p:cNvPr>
          <p:cNvSpPr/>
          <p:nvPr/>
        </p:nvSpPr>
        <p:spPr>
          <a:xfrm>
            <a:off x="5521116" y="5283880"/>
            <a:ext cx="37369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（比如：</a:t>
            </a:r>
            <a:r>
              <a:rPr lang="en-US" altLang="zh-CN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RFID</a:t>
            </a:r>
            <a:r>
              <a:rPr lang="zh-CN" altLang="en-US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RFID</a:t>
            </a:r>
            <a:r>
              <a:rPr lang="zh-CN" altLang="en-US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读写器，视频云台等）</a:t>
            </a:r>
            <a:endParaRPr lang="zh-CN" altLang="en-US" sz="1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481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0577427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 Layouts">
  <a:themeElements>
    <a:clrScheme name="New-CG">
      <a:dk1>
        <a:srgbClr val="000000"/>
      </a:dk1>
      <a:lt1>
        <a:sysClr val="window" lastClr="FFFFFF"/>
      </a:lt1>
      <a:dk2>
        <a:srgbClr val="0070AD"/>
      </a:dk2>
      <a:lt2>
        <a:srgbClr val="EDEDED"/>
      </a:lt2>
      <a:accent1>
        <a:srgbClr val="0070AD"/>
      </a:accent1>
      <a:accent2>
        <a:srgbClr val="12ABDB"/>
      </a:accent2>
      <a:accent3>
        <a:srgbClr val="2B0A3D"/>
      </a:accent3>
      <a:accent4>
        <a:srgbClr val="FF304C"/>
      </a:accent4>
      <a:accent5>
        <a:srgbClr val="95E616"/>
      </a:accent5>
      <a:accent6>
        <a:srgbClr val="C2CF00"/>
      </a:accent6>
      <a:hlink>
        <a:srgbClr val="005481"/>
      </a:hlink>
      <a:folHlink>
        <a:srgbClr val="861763"/>
      </a:folHlink>
    </a:clrScheme>
    <a:fontScheme name="Capgemin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ontent Layouts">
  <a:themeElements>
    <a:clrScheme name="New-CG">
      <a:dk1>
        <a:srgbClr val="000000"/>
      </a:dk1>
      <a:lt1>
        <a:sysClr val="window" lastClr="FFFFFF"/>
      </a:lt1>
      <a:dk2>
        <a:srgbClr val="0070AD"/>
      </a:dk2>
      <a:lt2>
        <a:srgbClr val="EDEDED"/>
      </a:lt2>
      <a:accent1>
        <a:srgbClr val="0070AD"/>
      </a:accent1>
      <a:accent2>
        <a:srgbClr val="12ABDB"/>
      </a:accent2>
      <a:accent3>
        <a:srgbClr val="2B0A3D"/>
      </a:accent3>
      <a:accent4>
        <a:srgbClr val="FF304C"/>
      </a:accent4>
      <a:accent5>
        <a:srgbClr val="95E616"/>
      </a:accent5>
      <a:accent6>
        <a:srgbClr val="C2CF00"/>
      </a:accent6>
      <a:hlink>
        <a:srgbClr val="005481"/>
      </a:hlink>
      <a:folHlink>
        <a:srgbClr val="861763"/>
      </a:folHlink>
    </a:clrScheme>
    <a:fontScheme name="Capgemin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14415</TotalTime>
  <Words>305</Words>
  <Application>Microsoft Office PowerPoint</Application>
  <PresentationFormat>宽屏</PresentationFormat>
  <Paragraphs>57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Hiragino Sans W6</vt:lpstr>
      <vt:lpstr>Lato Black</vt:lpstr>
      <vt:lpstr>等线</vt:lpstr>
      <vt:lpstr>Microsoft YaHei</vt:lpstr>
      <vt:lpstr>Microsoft YaHei</vt:lpstr>
      <vt:lpstr>Arial</vt:lpstr>
      <vt:lpstr>Verdana</vt:lpstr>
      <vt:lpstr>Wingdings</vt:lpstr>
      <vt:lpstr>Content Layouts</vt:lpstr>
      <vt:lpstr>1_Content Layouts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zyc19890708@126.com</dc:creator>
  <cp:lastModifiedBy>Think</cp:lastModifiedBy>
  <cp:revision>553</cp:revision>
  <dcterms:created xsi:type="dcterms:W3CDTF">2023-09-19T06:39:15Z</dcterms:created>
  <dcterms:modified xsi:type="dcterms:W3CDTF">2025-08-26T01:10:45Z</dcterms:modified>
</cp:coreProperties>
</file>