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9" r:id="rId1"/>
    <p:sldMasterId id="2147483714" r:id="rId2"/>
  </p:sldMasterIdLst>
  <p:notesMasterIdLst>
    <p:notesMasterId r:id="rId14"/>
  </p:notesMasterIdLst>
  <p:sldIdLst>
    <p:sldId id="11823956" r:id="rId3"/>
    <p:sldId id="11823965" r:id="rId4"/>
    <p:sldId id="11823967" r:id="rId5"/>
    <p:sldId id="11823968" r:id="rId6"/>
    <p:sldId id="11823970" r:id="rId7"/>
    <p:sldId id="11823973" r:id="rId8"/>
    <p:sldId id="11823969" r:id="rId9"/>
    <p:sldId id="11823975" r:id="rId10"/>
    <p:sldId id="11823974" r:id="rId11"/>
    <p:sldId id="11823976" r:id="rId12"/>
    <p:sldId id="1182396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6FF"/>
    <a:srgbClr val="6E20D2"/>
    <a:srgbClr val="16DBC8"/>
    <a:srgbClr val="E55E91"/>
    <a:srgbClr val="4540E2"/>
    <a:srgbClr val="AD9574"/>
    <a:srgbClr val="7575FF"/>
    <a:srgbClr val="30B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16"/>
    <p:restoredTop sz="94852"/>
  </p:normalViewPr>
  <p:slideViewPr>
    <p:cSldViewPr snapToGrid="0" snapToObjects="1">
      <p:cViewPr varScale="1">
        <p:scale>
          <a:sx n="63" d="100"/>
          <a:sy n="63" d="100"/>
        </p:scale>
        <p:origin x="9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3" d="100"/>
        <a:sy n="11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CE599-0E34-4745-A21F-76D152A22546}" type="datetimeFigureOut">
              <a:rPr kumimoji="1" lang="zh-CN" altLang="en-US" smtClean="0"/>
              <a:t>2025/8/26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451E5-CA43-B945-B789-6DB030CAA9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9625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9CCC8A7-D514-AA46-8B65-A679A7BA3D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33">
            <a:extLst>
              <a:ext uri="{FF2B5EF4-FFF2-40B4-BE49-F238E27FC236}">
                <a16:creationId xmlns:a16="http://schemas.microsoft.com/office/drawing/2014/main" id="{3F06908A-17DA-F44A-8199-80749CDEFE3F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37000">
                <a:srgbClr val="F3F6FF">
                  <a:alpha val="92000"/>
                </a:srgbClr>
              </a:gs>
              <a:gs pos="84000">
                <a:srgbClr val="F3F6FF">
                  <a:alpha val="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Rectangle 21">
            <a:extLst>
              <a:ext uri="{FF2B5EF4-FFF2-40B4-BE49-F238E27FC236}">
                <a16:creationId xmlns:a16="http://schemas.microsoft.com/office/drawing/2014/main" id="{2ED18F9F-3089-5E4A-95F2-06BCEF0AAB42}"/>
              </a:ext>
            </a:extLst>
          </p:cNvPr>
          <p:cNvSpPr/>
          <p:nvPr userDrawn="1"/>
        </p:nvSpPr>
        <p:spPr>
          <a:xfrm>
            <a:off x="586938" y="3021355"/>
            <a:ext cx="10419729" cy="18000"/>
          </a:xfrm>
          <a:prstGeom prst="rect">
            <a:avLst/>
          </a:prstGeom>
          <a:solidFill>
            <a:srgbClr val="C0000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33E5F673-528B-F94A-9CD1-B2F6005095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7350" y="2007207"/>
            <a:ext cx="11239499" cy="8509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5600"/>
            </a:lvl2pPr>
            <a:lvl3pPr>
              <a:defRPr sz="5600"/>
            </a:lvl3pPr>
            <a:lvl4pPr>
              <a:defRPr sz="5600"/>
            </a:lvl4pPr>
            <a:lvl5pPr>
              <a:defRPr sz="5600"/>
            </a:lvl5pPr>
          </a:lstStyle>
          <a:p>
            <a:pPr lvl="0"/>
            <a:r>
              <a:rPr kumimoji="1" lang="zh-CN" altLang="en-US" dirty="0"/>
              <a:t>单击此处输入标题</a:t>
            </a:r>
          </a:p>
        </p:txBody>
      </p:sp>
      <p:sp>
        <p:nvSpPr>
          <p:cNvPr id="14" name="文本占位符 12">
            <a:extLst>
              <a:ext uri="{FF2B5EF4-FFF2-40B4-BE49-F238E27FC236}">
                <a16:creationId xmlns:a16="http://schemas.microsoft.com/office/drawing/2014/main" id="{983CFEAF-A968-0F46-AE51-A3BEE621C7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7350" y="3182864"/>
            <a:ext cx="11239499" cy="58477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3200" b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5600"/>
            </a:lvl2pPr>
            <a:lvl3pPr>
              <a:defRPr sz="5600"/>
            </a:lvl3pPr>
            <a:lvl4pPr>
              <a:defRPr sz="5600"/>
            </a:lvl4pPr>
            <a:lvl5pPr>
              <a:defRPr sz="5600"/>
            </a:lvl5pPr>
          </a:lstStyle>
          <a:p>
            <a:pPr lvl="0"/>
            <a:r>
              <a:rPr kumimoji="1" lang="zh-CN" altLang="en-US" dirty="0"/>
              <a:t>单击此处输入副标题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3861B9C5-EC80-6C46-8CE8-3968C9C8F644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69983B0-8D64-1B45-B741-DAE9CCC7E9E7}"/>
              </a:ext>
            </a:extLst>
          </p:cNvPr>
          <p:cNvGrpSpPr/>
          <p:nvPr userDrawn="1"/>
        </p:nvGrpSpPr>
        <p:grpSpPr>
          <a:xfrm>
            <a:off x="9341157" y="4654091"/>
            <a:ext cx="2209359" cy="663497"/>
            <a:chOff x="9554146" y="1349293"/>
            <a:chExt cx="2209359" cy="663497"/>
          </a:xfrm>
        </p:grpSpPr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54BD1ACD-2BFF-5B41-8F55-237A9BE46F4A}"/>
                </a:ext>
              </a:extLst>
            </p:cNvPr>
            <p:cNvSpPr/>
            <p:nvPr userDrawn="1"/>
          </p:nvSpPr>
          <p:spPr>
            <a:xfrm>
              <a:off x="9554146" y="1349293"/>
              <a:ext cx="2209359" cy="663497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BCFF0D6-6BC3-3A48-8283-728CA35C6970}"/>
                </a:ext>
              </a:extLst>
            </p:cNvPr>
            <p:cNvSpPr txBox="1"/>
            <p:nvPr userDrawn="1"/>
          </p:nvSpPr>
          <p:spPr>
            <a:xfrm>
              <a:off x="9645019" y="1466553"/>
              <a:ext cx="2004864" cy="182364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endParaRPr kumimoji="1"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0D7D7E0-C7F0-D540-84CF-4FB3007520CD}"/>
                </a:ext>
              </a:extLst>
            </p:cNvPr>
            <p:cNvSpPr txBox="1"/>
            <p:nvPr userDrawn="1"/>
          </p:nvSpPr>
          <p:spPr>
            <a:xfrm>
              <a:off x="9645019" y="1718342"/>
              <a:ext cx="2004864" cy="172233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endPara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22DB2692-BBC7-3B47-81C0-63D1E0421E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5151" y="463186"/>
            <a:ext cx="1784857" cy="36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0C61B7F-CDFF-EF19-C282-7DBD86D964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33">
            <a:extLst>
              <a:ext uri="{FF2B5EF4-FFF2-40B4-BE49-F238E27FC236}">
                <a16:creationId xmlns:a16="http://schemas.microsoft.com/office/drawing/2014/main" id="{DFC061B9-28A2-A5A4-CC28-D8A59110F74D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37000">
                <a:srgbClr val="F3F6FF">
                  <a:alpha val="92000"/>
                </a:srgbClr>
              </a:gs>
              <a:gs pos="84000">
                <a:srgbClr val="F3F6FF">
                  <a:alpha val="7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430FA5-1DB4-174C-946D-984C77BA9CC5}"/>
              </a:ext>
            </a:extLst>
          </p:cNvPr>
          <p:cNvSpPr txBox="1"/>
          <p:nvPr userDrawn="1"/>
        </p:nvSpPr>
        <p:spPr>
          <a:xfrm>
            <a:off x="1893288" y="2838524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D661778-F466-0B4D-A682-0F5CC9491C3C}"/>
              </a:ext>
            </a:extLst>
          </p:cNvPr>
          <p:cNvSpPr txBox="1"/>
          <p:nvPr userDrawn="1"/>
        </p:nvSpPr>
        <p:spPr>
          <a:xfrm>
            <a:off x="0" y="3630677"/>
            <a:ext cx="335280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kumimoji="1" lang="en-US" altLang="zh-CN" sz="4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CONTENTS</a:t>
            </a:r>
            <a:endParaRPr kumimoji="1" lang="zh-CN" altLang="en-US" sz="4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Rectangle 16">
            <a:extLst>
              <a:ext uri="{FF2B5EF4-FFF2-40B4-BE49-F238E27FC236}">
                <a16:creationId xmlns:a16="http://schemas.microsoft.com/office/drawing/2014/main" id="{86F851D1-0C7F-164A-B353-4BE478EA2745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sp>
        <p:nvSpPr>
          <p:cNvPr id="28" name="灯片编号占位符 5">
            <a:extLst>
              <a:ext uri="{FF2B5EF4-FFF2-40B4-BE49-F238E27FC236}">
                <a16:creationId xmlns:a16="http://schemas.microsoft.com/office/drawing/2014/main" id="{FBEC8B8F-4C54-7242-A0CC-9DC1EE012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29" name="文本占位符 5">
            <a:extLst>
              <a:ext uri="{FF2B5EF4-FFF2-40B4-BE49-F238E27FC236}">
                <a16:creationId xmlns:a16="http://schemas.microsoft.com/office/drawing/2014/main" id="{D214DDAD-D567-E04F-B9C4-28B41A8677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1532" y="1476878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0" name="文本占位符 5">
            <a:extLst>
              <a:ext uri="{FF2B5EF4-FFF2-40B4-BE49-F238E27FC236}">
                <a16:creationId xmlns:a16="http://schemas.microsoft.com/office/drawing/2014/main" id="{6B63FE8C-382C-F94F-9CDF-CDEC49B921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1532" y="2798791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31" name="文本占位符 5">
            <a:extLst>
              <a:ext uri="{FF2B5EF4-FFF2-40B4-BE49-F238E27FC236}">
                <a16:creationId xmlns:a16="http://schemas.microsoft.com/office/drawing/2014/main" id="{7A11F8A2-5D54-0B4F-AC78-72275FC96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1532" y="4120704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32" name="文本占位符 5">
            <a:extLst>
              <a:ext uri="{FF2B5EF4-FFF2-40B4-BE49-F238E27FC236}">
                <a16:creationId xmlns:a16="http://schemas.microsoft.com/office/drawing/2014/main" id="{979126C5-4DFD-4F42-A2B1-60124D8A64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91532" y="5442616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3" name="文本占位符 5">
            <a:extLst>
              <a:ext uri="{FF2B5EF4-FFF2-40B4-BE49-F238E27FC236}">
                <a16:creationId xmlns:a16="http://schemas.microsoft.com/office/drawing/2014/main" id="{0CD39205-9F31-E248-9262-5EB8B0D8ED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48102" y="1332655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  <a:endParaRPr kumimoji="1" lang="en-US" altLang="zh-CN" dirty="0"/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0D540132-1151-1540-9068-F4102A799F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8102" y="2654568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</a:p>
        </p:txBody>
      </p:sp>
      <p:sp>
        <p:nvSpPr>
          <p:cNvPr id="35" name="文本占位符 5">
            <a:extLst>
              <a:ext uri="{FF2B5EF4-FFF2-40B4-BE49-F238E27FC236}">
                <a16:creationId xmlns:a16="http://schemas.microsoft.com/office/drawing/2014/main" id="{F746DB67-F02B-1549-8C1F-7376AB9E36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8102" y="3976481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</a:p>
        </p:txBody>
      </p:sp>
      <p:sp>
        <p:nvSpPr>
          <p:cNvPr id="36" name="文本占位符 5">
            <a:extLst>
              <a:ext uri="{FF2B5EF4-FFF2-40B4-BE49-F238E27FC236}">
                <a16:creationId xmlns:a16="http://schemas.microsoft.com/office/drawing/2014/main" id="{679C197B-A0B2-354E-9229-C658AA0470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8102" y="5298393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4758A86-842B-5E4C-A25D-CC67EC8E8364}"/>
              </a:ext>
            </a:extLst>
          </p:cNvPr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19" name="圆角矩形 18">
              <a:extLst>
                <a:ext uri="{FF2B5EF4-FFF2-40B4-BE49-F238E27FC236}">
                  <a16:creationId xmlns:a16="http://schemas.microsoft.com/office/drawing/2014/main" id="{DA50E0A3-A562-9E4C-A4EA-3EAA32FBDA55}"/>
                </a:ext>
              </a:extLst>
            </p:cNvPr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9285CF1-5C81-FA49-A7BE-C870DB014DEA}"/>
                </a:ext>
              </a:extLst>
            </p:cNvPr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126DA9B-91EC-D64E-B611-600B0F1D1AC6}"/>
                </a:ext>
              </a:extLst>
            </p:cNvPr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259341F7-7753-F04F-B81D-CDF5A093D4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5151" y="463186"/>
            <a:ext cx="1784857" cy="36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757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0C61B7F-CDFF-EF19-C282-7DBD86D964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33">
            <a:extLst>
              <a:ext uri="{FF2B5EF4-FFF2-40B4-BE49-F238E27FC236}">
                <a16:creationId xmlns:a16="http://schemas.microsoft.com/office/drawing/2014/main" id="{DFC061B9-28A2-A5A4-CC28-D8A59110F74D}"/>
              </a:ext>
            </a:extLst>
          </p:cNvPr>
          <p:cNvSpPr/>
          <p:nvPr userDrawn="1"/>
        </p:nvSpPr>
        <p:spPr>
          <a:xfrm>
            <a:off x="0" y="0"/>
            <a:ext cx="12192000" cy="6885543"/>
          </a:xfrm>
          <a:prstGeom prst="rect">
            <a:avLst/>
          </a:prstGeom>
          <a:gradFill flip="none" rotWithShape="1">
            <a:gsLst>
              <a:gs pos="37000">
                <a:srgbClr val="F3F6FF">
                  <a:alpha val="92000"/>
                </a:srgbClr>
              </a:gs>
              <a:gs pos="84000">
                <a:srgbClr val="F3F6FF">
                  <a:alpha val="4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1D83FE-ECC6-6D41-855E-0A9FD570E242}"/>
              </a:ext>
            </a:extLst>
          </p:cNvPr>
          <p:cNvSpPr/>
          <p:nvPr userDrawn="1"/>
        </p:nvSpPr>
        <p:spPr>
          <a:xfrm>
            <a:off x="0" y="2044874"/>
            <a:ext cx="12192000" cy="2439444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CF3936-D481-6D43-9586-89B19B7809BA}"/>
              </a:ext>
            </a:extLst>
          </p:cNvPr>
          <p:cNvSpPr/>
          <p:nvPr userDrawn="1"/>
        </p:nvSpPr>
        <p:spPr>
          <a:xfrm>
            <a:off x="682170" y="3483026"/>
            <a:ext cx="2260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占位符 9">
            <a:extLst>
              <a:ext uri="{FF2B5EF4-FFF2-40B4-BE49-F238E27FC236}">
                <a16:creationId xmlns:a16="http://schemas.microsoft.com/office/drawing/2014/main" id="{5FA31264-A84A-5D42-9BA3-33B05B01E8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65221" y="2851413"/>
            <a:ext cx="877549" cy="631613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20" name="文本占位符 9">
            <a:extLst>
              <a:ext uri="{FF2B5EF4-FFF2-40B4-BE49-F238E27FC236}">
                <a16:creationId xmlns:a16="http://schemas.microsoft.com/office/drawing/2014/main" id="{0B529DB6-9BC8-C74D-9E7C-1BC36A935C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13537" y="2851414"/>
            <a:ext cx="7922549" cy="64633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4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4945137-A4A3-3944-BC9B-72615B9FFCD2}"/>
              </a:ext>
            </a:extLst>
          </p:cNvPr>
          <p:cNvSpPr txBox="1"/>
          <p:nvPr userDrawn="1"/>
        </p:nvSpPr>
        <p:spPr>
          <a:xfrm>
            <a:off x="682171" y="2851413"/>
            <a:ext cx="1405641" cy="64633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PART</a:t>
            </a:r>
            <a:endParaRPr kumimoji="1" lang="zh-CN" altLang="en-US" sz="3600" b="1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Rectangle 16">
            <a:extLst>
              <a:ext uri="{FF2B5EF4-FFF2-40B4-BE49-F238E27FC236}">
                <a16:creationId xmlns:a16="http://schemas.microsoft.com/office/drawing/2014/main" id="{7E9F8B36-C4D2-3642-B4BE-0410D17B6B31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07F43B93-7CAD-F54E-B6AC-B42FDF7B4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FAA3649-8777-3F41-99A7-19351D0C9CBF}"/>
              </a:ext>
            </a:extLst>
          </p:cNvPr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14" name="圆角矩形 13">
              <a:extLst>
                <a:ext uri="{FF2B5EF4-FFF2-40B4-BE49-F238E27FC236}">
                  <a16:creationId xmlns:a16="http://schemas.microsoft.com/office/drawing/2014/main" id="{250CA164-2466-2449-BE56-2859CAF5302A}"/>
                </a:ext>
              </a:extLst>
            </p:cNvPr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16C5D10-A203-BD4B-A4FD-215327DE86A4}"/>
                </a:ext>
              </a:extLst>
            </p:cNvPr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AFFBB3B-BCDE-3E4B-9346-BB5AC38515D2}"/>
                </a:ext>
              </a:extLst>
            </p:cNvPr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3F726DC4-0ABB-B446-AB46-D117F30350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5151" y="463186"/>
            <a:ext cx="1784857" cy="36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54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A3EDFBD2-2439-B746-996A-8EED9273D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7E9C33-F2E0-A545-A1E6-2EBBF36DBC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350" y="385298"/>
            <a:ext cx="8748000" cy="557213"/>
          </a:xfrm>
          <a:prstGeom prst="rect">
            <a:avLst/>
          </a:prstGeom>
        </p:spPr>
        <p:txBody>
          <a:bodyPr lIns="0" rIns="0" anchor="ctr" anchorCtr="0"/>
          <a:lstStyle>
            <a:lvl1pPr>
              <a:lnSpc>
                <a:spcPct val="100000"/>
              </a:lnSpc>
              <a:defRPr sz="26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88DCCC12-4893-8749-8A00-B2059D118B4F}"/>
              </a:ext>
            </a:extLst>
          </p:cNvPr>
          <p:cNvSpPr/>
          <p:nvPr userDrawn="1"/>
        </p:nvSpPr>
        <p:spPr>
          <a:xfrm>
            <a:off x="387350" y="6472702"/>
            <a:ext cx="4952472" cy="234753"/>
          </a:xfrm>
          <a:prstGeom prst="homePlate">
            <a:avLst/>
          </a:prstGeom>
          <a:solidFill>
            <a:schemeClr val="bg2">
              <a:lumMod val="9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5AE1C40F-7598-5FB2-BF9A-409AB23467CF}"/>
              </a:ext>
            </a:extLst>
          </p:cNvPr>
          <p:cNvSpPr/>
          <p:nvPr userDrawn="1"/>
        </p:nvSpPr>
        <p:spPr>
          <a:xfrm>
            <a:off x="234065" y="430576"/>
            <a:ext cx="51407" cy="46665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 eaLnBrk="1" fontAlgn="auto" hangingPunct="1">
              <a:spcBef>
                <a:spcPts val="1000"/>
              </a:spcBef>
              <a:spcAft>
                <a:spcPts val="0"/>
              </a:spcAft>
              <a:defRPr/>
            </a:pPr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E51C4C7-2120-804B-B7A2-866F3163492A}"/>
              </a:ext>
            </a:extLst>
          </p:cNvPr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A60FB366-54FF-ED4B-A050-DDD5C6BCF51B}"/>
                </a:ext>
              </a:extLst>
            </p:cNvPr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5321BD2-B66D-2D49-AE87-A66A6DEA11FD}"/>
                </a:ext>
              </a:extLst>
            </p:cNvPr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9F97D89-66C6-C94E-9C04-DA3E081F7756}"/>
                </a:ext>
              </a:extLst>
            </p:cNvPr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55CA7BD0-079F-2543-91E7-42B939999F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43278" y="463186"/>
            <a:ext cx="1784857" cy="36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77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0C61B7F-CDFF-EF19-C282-7DBD86D964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33">
            <a:extLst>
              <a:ext uri="{FF2B5EF4-FFF2-40B4-BE49-F238E27FC236}">
                <a16:creationId xmlns:a16="http://schemas.microsoft.com/office/drawing/2014/main" id="{DFC061B9-28A2-A5A4-CC28-D8A59110F74D}"/>
              </a:ext>
            </a:extLst>
          </p:cNvPr>
          <p:cNvSpPr/>
          <p:nvPr userDrawn="1"/>
        </p:nvSpPr>
        <p:spPr>
          <a:xfrm>
            <a:off x="0" y="0"/>
            <a:ext cx="12192000" cy="6885543"/>
          </a:xfrm>
          <a:prstGeom prst="rect">
            <a:avLst/>
          </a:prstGeom>
          <a:gradFill flip="none" rotWithShape="1">
            <a:gsLst>
              <a:gs pos="37000">
                <a:srgbClr val="F3F6FF">
                  <a:alpha val="92000"/>
                </a:srgbClr>
              </a:gs>
              <a:gs pos="84000">
                <a:srgbClr val="F3F6FF">
                  <a:alpha val="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81D7760-F46F-D74D-471F-DC987CD2C0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2894947" y="2635526"/>
            <a:ext cx="1586948" cy="1586948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987481D-ABF8-D05A-EB6F-8650BD75795E}"/>
              </a:ext>
            </a:extLst>
          </p:cNvPr>
          <p:cNvGrpSpPr/>
          <p:nvPr userDrawn="1"/>
        </p:nvGrpSpPr>
        <p:grpSpPr>
          <a:xfrm>
            <a:off x="4589568" y="2810947"/>
            <a:ext cx="4707486" cy="1236106"/>
            <a:chOff x="4589568" y="3637204"/>
            <a:chExt cx="4707486" cy="1236106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887F33C-753D-0BAF-2DCF-A90466E26528}"/>
                </a:ext>
              </a:extLst>
            </p:cNvPr>
            <p:cNvSpPr txBox="1"/>
            <p:nvPr/>
          </p:nvSpPr>
          <p:spPr>
            <a:xfrm>
              <a:off x="4589569" y="4124452"/>
              <a:ext cx="41531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北京市海淀区西北旺东路</a:t>
              </a:r>
              <a:r>
                <a:rPr kumimoji="1" lang="en-US" altLang="zh-CN" sz="1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10</a:t>
              </a:r>
              <a:r>
                <a:rPr kumimoji="1" lang="zh-CN" altLang="en-US" sz="1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号院东区</a:t>
              </a:r>
              <a:r>
                <a:rPr kumimoji="1" lang="en-US" altLang="zh-CN" sz="1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16</a:t>
              </a:r>
              <a:r>
                <a:rPr kumimoji="1" lang="zh-CN" altLang="en-US" sz="1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号楼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A023887-3071-9BF4-1A51-E6837E31F07B}"/>
                </a:ext>
              </a:extLst>
            </p:cNvPr>
            <p:cNvSpPr txBox="1"/>
            <p:nvPr/>
          </p:nvSpPr>
          <p:spPr>
            <a:xfrm>
              <a:off x="4595738" y="3637204"/>
              <a:ext cx="470131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1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软通动力信息技术</a:t>
              </a:r>
              <a:r>
                <a:rPr kumimoji="1" lang="en-US" altLang="zh-CN" sz="21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(</a:t>
              </a:r>
              <a:r>
                <a:rPr kumimoji="1" lang="zh-CN" altLang="en-US" sz="21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集团</a:t>
              </a:r>
              <a:r>
                <a:rPr kumimoji="1" lang="en-US" altLang="zh-CN" sz="21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)</a:t>
              </a:r>
              <a:r>
                <a:rPr kumimoji="1" lang="zh-CN" altLang="en-US" sz="21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股份有限公司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8D663D3-4DB6-7BEE-1141-A790243A9513}"/>
                </a:ext>
              </a:extLst>
            </p:cNvPr>
            <p:cNvSpPr txBox="1"/>
            <p:nvPr/>
          </p:nvSpPr>
          <p:spPr>
            <a:xfrm>
              <a:off x="4589568" y="4534756"/>
              <a:ext cx="21532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sz="1600" dirty="0" err="1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www.isoftstone.com</a:t>
              </a:r>
              <a:endParaRPr kumimoji="1" lang="zh-CN" altLang="en-US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7752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B339971-7678-A648-9F41-C6F7510DD9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-1" y="-13252"/>
            <a:ext cx="12191999" cy="6871252"/>
          </a:xfrm>
          <a:prstGeom prst="rect">
            <a:avLst/>
          </a:prstGeom>
        </p:spPr>
      </p:pic>
      <p:sp>
        <p:nvSpPr>
          <p:cNvPr id="6" name="Rectangle 33">
            <a:extLst>
              <a:ext uri="{FF2B5EF4-FFF2-40B4-BE49-F238E27FC236}">
                <a16:creationId xmlns:a16="http://schemas.microsoft.com/office/drawing/2014/main" id="{3F06908A-17DA-F44A-8199-80749CDEFE3F}"/>
              </a:ext>
            </a:extLst>
          </p:cNvPr>
          <p:cNvSpPr/>
          <p:nvPr userDrawn="1"/>
        </p:nvSpPr>
        <p:spPr>
          <a:xfrm>
            <a:off x="0" y="-13252"/>
            <a:ext cx="12192000" cy="6858000"/>
          </a:xfrm>
          <a:prstGeom prst="rect">
            <a:avLst/>
          </a:prstGeom>
          <a:gradFill flip="none" rotWithShape="1">
            <a:gsLst>
              <a:gs pos="21000">
                <a:schemeClr val="tx1">
                  <a:alpha val="32000"/>
                </a:schemeClr>
              </a:gs>
              <a:gs pos="82000">
                <a:schemeClr val="tx1">
                  <a:alpha val="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占位符 12">
            <a:extLst>
              <a:ext uri="{FF2B5EF4-FFF2-40B4-BE49-F238E27FC236}">
                <a16:creationId xmlns:a16="http://schemas.microsoft.com/office/drawing/2014/main" id="{AD08E04F-1B6C-0448-A85E-AD0B3F4248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7350" y="2007207"/>
            <a:ext cx="11239499" cy="8509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5600"/>
            </a:lvl2pPr>
            <a:lvl3pPr>
              <a:defRPr sz="5600"/>
            </a:lvl3pPr>
            <a:lvl4pPr>
              <a:defRPr sz="5600"/>
            </a:lvl4pPr>
            <a:lvl5pPr>
              <a:defRPr sz="5600"/>
            </a:lvl5pPr>
          </a:lstStyle>
          <a:p>
            <a:pPr lvl="0"/>
            <a:r>
              <a:rPr kumimoji="1" lang="zh-CN" altLang="en-US" dirty="0"/>
              <a:t>单击此处输入标题</a:t>
            </a:r>
          </a:p>
        </p:txBody>
      </p:sp>
      <p:sp>
        <p:nvSpPr>
          <p:cNvPr id="27" name="文本占位符 12">
            <a:extLst>
              <a:ext uri="{FF2B5EF4-FFF2-40B4-BE49-F238E27FC236}">
                <a16:creationId xmlns:a16="http://schemas.microsoft.com/office/drawing/2014/main" id="{C7AE527D-37AD-2B4C-9E7C-EC918765D4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7350" y="3182864"/>
            <a:ext cx="11239499" cy="5847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5600"/>
            </a:lvl2pPr>
            <a:lvl3pPr>
              <a:defRPr sz="5600"/>
            </a:lvl3pPr>
            <a:lvl4pPr>
              <a:defRPr sz="5600"/>
            </a:lvl4pPr>
            <a:lvl5pPr>
              <a:defRPr sz="5600"/>
            </a:lvl5pPr>
          </a:lstStyle>
          <a:p>
            <a:pPr lvl="0"/>
            <a:r>
              <a:rPr kumimoji="1" lang="zh-CN" altLang="en-US" dirty="0"/>
              <a:t>单击此处输入副标题</a:t>
            </a:r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46D3B167-A1CF-B349-A94B-55330ACFFE65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80C61D9-594E-B440-97CD-3C7FEC22B50F}"/>
              </a:ext>
            </a:extLst>
          </p:cNvPr>
          <p:cNvGrpSpPr/>
          <p:nvPr userDrawn="1"/>
        </p:nvGrpSpPr>
        <p:grpSpPr>
          <a:xfrm>
            <a:off x="9341157" y="4654091"/>
            <a:ext cx="2209359" cy="663497"/>
            <a:chOff x="9554146" y="1349293"/>
            <a:chExt cx="2209359" cy="663497"/>
          </a:xfrm>
        </p:grpSpPr>
        <p:sp>
          <p:nvSpPr>
            <p:cNvPr id="10" name="圆角矩形 9">
              <a:extLst>
                <a:ext uri="{FF2B5EF4-FFF2-40B4-BE49-F238E27FC236}">
                  <a16:creationId xmlns:a16="http://schemas.microsoft.com/office/drawing/2014/main" id="{55F4E281-F5CA-4946-96CD-BD9CE954C029}"/>
                </a:ext>
              </a:extLst>
            </p:cNvPr>
            <p:cNvSpPr/>
            <p:nvPr userDrawn="1"/>
          </p:nvSpPr>
          <p:spPr>
            <a:xfrm>
              <a:off x="9554146" y="1349293"/>
              <a:ext cx="2209359" cy="663497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9118C3D-CB1C-DB47-B58D-9F886C198575}"/>
                </a:ext>
              </a:extLst>
            </p:cNvPr>
            <p:cNvSpPr txBox="1"/>
            <p:nvPr userDrawn="1"/>
          </p:nvSpPr>
          <p:spPr>
            <a:xfrm>
              <a:off x="9645019" y="1466553"/>
              <a:ext cx="2004864" cy="182364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endPara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ACF226F-2748-0846-BF62-92E779DE2733}"/>
                </a:ext>
              </a:extLst>
            </p:cNvPr>
            <p:cNvSpPr txBox="1"/>
            <p:nvPr userDrawn="1"/>
          </p:nvSpPr>
          <p:spPr>
            <a:xfrm>
              <a:off x="9645019" y="1718342"/>
              <a:ext cx="2004864" cy="172233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endParaRPr kumimoji="1" lang="en-US" altLang="zh-CN" sz="1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A1D326FE-6ACE-004E-BB0A-BF5CCAE38E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6938" y="475553"/>
            <a:ext cx="1870220" cy="38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041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1FFFA867-9669-294A-9BB0-1873E733B3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33">
            <a:extLst>
              <a:ext uri="{FF2B5EF4-FFF2-40B4-BE49-F238E27FC236}">
                <a16:creationId xmlns:a16="http://schemas.microsoft.com/office/drawing/2014/main" id="{6CA2CA27-6530-3440-99A1-3B265C4C8BA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1000">
                <a:schemeClr val="tx1">
                  <a:alpha val="92000"/>
                </a:schemeClr>
              </a:gs>
              <a:gs pos="82000">
                <a:schemeClr val="tx1">
                  <a:alpha val="49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2113AB9-F7A4-8E4B-88D7-8D0AB28EE9BD}"/>
              </a:ext>
            </a:extLst>
          </p:cNvPr>
          <p:cNvSpPr txBox="1"/>
          <p:nvPr userDrawn="1"/>
        </p:nvSpPr>
        <p:spPr>
          <a:xfrm>
            <a:off x="1893288" y="2838524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F6B2535-B6E7-A443-B1FF-76F02348C2E2}"/>
              </a:ext>
            </a:extLst>
          </p:cNvPr>
          <p:cNvSpPr txBox="1"/>
          <p:nvPr userDrawn="1"/>
        </p:nvSpPr>
        <p:spPr>
          <a:xfrm>
            <a:off x="0" y="3630677"/>
            <a:ext cx="337537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kumimoji="1" lang="en-US" altLang="zh-CN" sz="4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CONTENTS</a:t>
            </a:r>
            <a:endParaRPr kumimoji="1" lang="zh-CN" altLang="en-US" sz="4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占位符 5">
            <a:extLst>
              <a:ext uri="{FF2B5EF4-FFF2-40B4-BE49-F238E27FC236}">
                <a16:creationId xmlns:a16="http://schemas.microsoft.com/office/drawing/2014/main" id="{C818A131-0730-ED40-81F6-A8C99ABB4D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1532" y="1476878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29" name="文本占位符 5">
            <a:extLst>
              <a:ext uri="{FF2B5EF4-FFF2-40B4-BE49-F238E27FC236}">
                <a16:creationId xmlns:a16="http://schemas.microsoft.com/office/drawing/2014/main" id="{D79D9DC8-6B94-7440-BB6F-DBC83C4BE5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1532" y="2798791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30" name="文本占位符 5">
            <a:extLst>
              <a:ext uri="{FF2B5EF4-FFF2-40B4-BE49-F238E27FC236}">
                <a16:creationId xmlns:a16="http://schemas.microsoft.com/office/drawing/2014/main" id="{A37CD68C-FF95-4F4D-BA51-39C9C64CC5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1532" y="4120704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31" name="文本占位符 5">
            <a:extLst>
              <a:ext uri="{FF2B5EF4-FFF2-40B4-BE49-F238E27FC236}">
                <a16:creationId xmlns:a16="http://schemas.microsoft.com/office/drawing/2014/main" id="{E18A9A3A-FEC1-0948-A661-59F4869D92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91532" y="5442616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2" name="文本占位符 5">
            <a:extLst>
              <a:ext uri="{FF2B5EF4-FFF2-40B4-BE49-F238E27FC236}">
                <a16:creationId xmlns:a16="http://schemas.microsoft.com/office/drawing/2014/main" id="{071E95E1-7359-B247-A6D8-5F21BDEFB8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48102" y="1332655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  <a:endParaRPr kumimoji="1" lang="en-US" altLang="zh-CN" dirty="0"/>
          </a:p>
        </p:txBody>
      </p:sp>
      <p:sp>
        <p:nvSpPr>
          <p:cNvPr id="33" name="文本占位符 5">
            <a:extLst>
              <a:ext uri="{FF2B5EF4-FFF2-40B4-BE49-F238E27FC236}">
                <a16:creationId xmlns:a16="http://schemas.microsoft.com/office/drawing/2014/main" id="{A246854F-5083-6A4B-9208-84A629600B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8102" y="2654568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EC34C017-95BF-9949-8DB2-C2E37BA045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8102" y="3976481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</a:p>
        </p:txBody>
      </p:sp>
      <p:sp>
        <p:nvSpPr>
          <p:cNvPr id="35" name="文本占位符 5">
            <a:extLst>
              <a:ext uri="{FF2B5EF4-FFF2-40B4-BE49-F238E27FC236}">
                <a16:creationId xmlns:a16="http://schemas.microsoft.com/office/drawing/2014/main" id="{CE7F4CD9-F6A4-5140-A95E-86217B7E30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8102" y="5298393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</a:p>
        </p:txBody>
      </p:sp>
      <p:sp>
        <p:nvSpPr>
          <p:cNvPr id="37" name="Rectangle 16">
            <a:extLst>
              <a:ext uri="{FF2B5EF4-FFF2-40B4-BE49-F238E27FC236}">
                <a16:creationId xmlns:a16="http://schemas.microsoft.com/office/drawing/2014/main" id="{52B71744-29F7-9146-886E-2DCDEECFE00B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sp>
        <p:nvSpPr>
          <p:cNvPr id="20" name="灯片编号占位符 5">
            <a:extLst>
              <a:ext uri="{FF2B5EF4-FFF2-40B4-BE49-F238E27FC236}">
                <a16:creationId xmlns:a16="http://schemas.microsoft.com/office/drawing/2014/main" id="{3A143707-1D5F-B041-ADC4-344295FEA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20B4873-7E30-104C-B49D-0203C0E81B93}"/>
              </a:ext>
            </a:extLst>
          </p:cNvPr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22" name="圆角矩形 21">
              <a:extLst>
                <a:ext uri="{FF2B5EF4-FFF2-40B4-BE49-F238E27FC236}">
                  <a16:creationId xmlns:a16="http://schemas.microsoft.com/office/drawing/2014/main" id="{50EF2405-03CD-0249-8659-6856EA330336}"/>
                </a:ext>
              </a:extLst>
            </p:cNvPr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8CC7BC9-3F9F-5D46-BF63-228757221CFE}"/>
                </a:ext>
              </a:extLst>
            </p:cNvPr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73D51D8-C9E0-6747-9165-6CE4F4430B37}"/>
                </a:ext>
              </a:extLst>
            </p:cNvPr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5815F91B-5BDD-764C-A659-C701C5CA36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6938" y="475553"/>
            <a:ext cx="1870220" cy="38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85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1FFFA867-9669-294A-9BB0-1873E733B3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33">
            <a:extLst>
              <a:ext uri="{FF2B5EF4-FFF2-40B4-BE49-F238E27FC236}">
                <a16:creationId xmlns:a16="http://schemas.microsoft.com/office/drawing/2014/main" id="{D56A8B21-A134-8E4C-9A36-E5908A47D2C5}"/>
              </a:ext>
            </a:extLst>
          </p:cNvPr>
          <p:cNvSpPr/>
          <p:nvPr userDrawn="1"/>
        </p:nvSpPr>
        <p:spPr>
          <a:xfrm>
            <a:off x="0" y="-13252"/>
            <a:ext cx="12192000" cy="6858000"/>
          </a:xfrm>
          <a:prstGeom prst="rect">
            <a:avLst/>
          </a:prstGeom>
          <a:gradFill flip="none" rotWithShape="1">
            <a:gsLst>
              <a:gs pos="21000">
                <a:schemeClr val="tx1">
                  <a:alpha val="32000"/>
                </a:schemeClr>
              </a:gs>
              <a:gs pos="82000">
                <a:schemeClr val="tx1">
                  <a:alpha val="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30CEAA-83B2-F24F-878E-A4ACCD7F49F3}"/>
              </a:ext>
            </a:extLst>
          </p:cNvPr>
          <p:cNvSpPr/>
          <p:nvPr userDrawn="1"/>
        </p:nvSpPr>
        <p:spPr>
          <a:xfrm>
            <a:off x="0" y="2044874"/>
            <a:ext cx="12192000" cy="2439444"/>
          </a:xfrm>
          <a:prstGeom prst="rect">
            <a:avLst/>
          </a:prstGeom>
          <a:solidFill>
            <a:schemeClr val="tx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5F4E0B-6B3F-4F4B-BE26-2F679B8B775F}"/>
              </a:ext>
            </a:extLst>
          </p:cNvPr>
          <p:cNvSpPr/>
          <p:nvPr userDrawn="1"/>
        </p:nvSpPr>
        <p:spPr>
          <a:xfrm>
            <a:off x="682170" y="3483026"/>
            <a:ext cx="2260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占位符 9">
            <a:extLst>
              <a:ext uri="{FF2B5EF4-FFF2-40B4-BE49-F238E27FC236}">
                <a16:creationId xmlns:a16="http://schemas.microsoft.com/office/drawing/2014/main" id="{08847468-46B3-494E-9D6F-A47B4960D4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65221" y="2851413"/>
            <a:ext cx="877549" cy="631613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7" name="文本占位符 9">
            <a:extLst>
              <a:ext uri="{FF2B5EF4-FFF2-40B4-BE49-F238E27FC236}">
                <a16:creationId xmlns:a16="http://schemas.microsoft.com/office/drawing/2014/main" id="{63A3586F-AD51-C04A-AB46-6A8815D93D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13537" y="2851414"/>
            <a:ext cx="7922549" cy="64633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F9ADEDE-753A-1D48-BF2E-63B918AB52C4}"/>
              </a:ext>
            </a:extLst>
          </p:cNvPr>
          <p:cNvSpPr txBox="1"/>
          <p:nvPr userDrawn="1"/>
        </p:nvSpPr>
        <p:spPr>
          <a:xfrm>
            <a:off x="682171" y="2851413"/>
            <a:ext cx="1405641" cy="64633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PART</a:t>
            </a:r>
            <a:endParaRPr kumimoji="1" lang="zh-CN" altLang="en-US" sz="36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EB99C728-D900-DF4E-9EA2-248E9C6009FC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00289511-24C2-3F4F-892B-2AE93054C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D3CACF2-EAC9-374D-B31A-56F07E58C027}"/>
              </a:ext>
            </a:extLst>
          </p:cNvPr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14" name="圆角矩形 13">
              <a:extLst>
                <a:ext uri="{FF2B5EF4-FFF2-40B4-BE49-F238E27FC236}">
                  <a16:creationId xmlns:a16="http://schemas.microsoft.com/office/drawing/2014/main" id="{9A3C90FC-6ECB-B942-8C71-3EE27490F530}"/>
                </a:ext>
              </a:extLst>
            </p:cNvPr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5CD1887-62AA-9644-B27D-3FB6452C5086}"/>
                </a:ext>
              </a:extLst>
            </p:cNvPr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467D5CE-0135-7F4E-8A48-985CAA3DB946}"/>
                </a:ext>
              </a:extLst>
            </p:cNvPr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68607A7F-67F9-D546-ACA2-FC61213435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6938" y="475553"/>
            <a:ext cx="1870220" cy="38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206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gradFill>
          <a:gsLst>
            <a:gs pos="0">
              <a:srgbClr val="002060">
                <a:alpha val="86000"/>
              </a:srgbClr>
            </a:gs>
            <a:gs pos="98000">
              <a:srgbClr val="002060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08DA6D6-ED45-514E-A3E3-7ADC78C6DD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-3" y="-13252"/>
            <a:ext cx="12192001" cy="6871252"/>
          </a:xfrm>
          <a:prstGeom prst="rect">
            <a:avLst/>
          </a:prstGeom>
        </p:spPr>
      </p:pic>
      <p:sp>
        <p:nvSpPr>
          <p:cNvPr id="11" name="Rectangle 33">
            <a:extLst>
              <a:ext uri="{FF2B5EF4-FFF2-40B4-BE49-F238E27FC236}">
                <a16:creationId xmlns:a16="http://schemas.microsoft.com/office/drawing/2014/main" id="{98662FE9-3C2E-CB4D-A9DA-361BB2628D41}"/>
              </a:ext>
            </a:extLst>
          </p:cNvPr>
          <p:cNvSpPr/>
          <p:nvPr userDrawn="1"/>
        </p:nvSpPr>
        <p:spPr>
          <a:xfrm>
            <a:off x="-3" y="-13252"/>
            <a:ext cx="12192000" cy="6871252"/>
          </a:xfrm>
          <a:prstGeom prst="rect">
            <a:avLst/>
          </a:prstGeom>
          <a:gradFill flip="none" rotWithShape="1">
            <a:gsLst>
              <a:gs pos="21000">
                <a:schemeClr val="tx1">
                  <a:alpha val="95000"/>
                </a:schemeClr>
              </a:gs>
              <a:gs pos="82000">
                <a:schemeClr val="tx1">
                  <a:alpha val="47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A3EDFBD2-2439-B746-996A-8EED9273D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7E9C33-F2E0-A545-A1E6-2EBBF36DBC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350" y="385298"/>
            <a:ext cx="8748000" cy="557213"/>
          </a:xfrm>
          <a:prstGeom prst="rect">
            <a:avLst/>
          </a:prstGeom>
        </p:spPr>
        <p:txBody>
          <a:bodyPr lIns="0" rIns="0" anchor="ctr" anchorCtr="0"/>
          <a:lstStyle>
            <a:lvl1pPr>
              <a:lnSpc>
                <a:spcPct val="100000"/>
              </a:lnSpc>
              <a:defRPr sz="2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508160B8-408C-564D-BCFE-76741C9FAF58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CAC2A401-061E-AD78-5618-8B2C0E61734F}"/>
              </a:ext>
            </a:extLst>
          </p:cNvPr>
          <p:cNvSpPr/>
          <p:nvPr userDrawn="1"/>
        </p:nvSpPr>
        <p:spPr>
          <a:xfrm>
            <a:off x="234065" y="430576"/>
            <a:ext cx="51407" cy="46665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 eaLnBrk="1" fontAlgn="auto" hangingPunct="1">
              <a:spcBef>
                <a:spcPts val="1000"/>
              </a:spcBef>
              <a:spcAft>
                <a:spcPts val="0"/>
              </a:spcAft>
              <a:defRPr/>
            </a:pPr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2C90570-83B2-0140-9755-1534501DF589}"/>
              </a:ext>
            </a:extLst>
          </p:cNvPr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D947C160-4D4E-4E47-BE63-5E2B021CB42B}"/>
                </a:ext>
              </a:extLst>
            </p:cNvPr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0161010-5D84-254E-8421-30EFF1D56E7C}"/>
                </a:ext>
              </a:extLst>
            </p:cNvPr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1233BBA-0561-C84D-B9F7-D00437BD2C25}"/>
                </a:ext>
              </a:extLst>
            </p:cNvPr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A6035861-2103-7147-AEAB-4461F9BC56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90638" y="422967"/>
            <a:ext cx="1844500" cy="38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2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1FFFA867-9669-294A-9BB0-1873E733B3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33">
            <a:extLst>
              <a:ext uri="{FF2B5EF4-FFF2-40B4-BE49-F238E27FC236}">
                <a16:creationId xmlns:a16="http://schemas.microsoft.com/office/drawing/2014/main" id="{6CA2CA27-6530-3440-99A1-3B265C4C8BA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1000">
                <a:schemeClr val="tx1">
                  <a:alpha val="51000"/>
                </a:schemeClr>
              </a:gs>
              <a:gs pos="82000">
                <a:schemeClr val="tx1">
                  <a:alpha val="26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81D7760-F46F-D74D-471F-DC987CD2C0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2894947" y="2635526"/>
            <a:ext cx="1586948" cy="1586948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987481D-ABF8-D05A-EB6F-8650BD75795E}"/>
              </a:ext>
            </a:extLst>
          </p:cNvPr>
          <p:cNvGrpSpPr/>
          <p:nvPr userDrawn="1"/>
        </p:nvGrpSpPr>
        <p:grpSpPr>
          <a:xfrm>
            <a:off x="4589568" y="2810947"/>
            <a:ext cx="4707486" cy="1236106"/>
            <a:chOff x="4589568" y="3637204"/>
            <a:chExt cx="4707486" cy="1236106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887F33C-753D-0BAF-2DCF-A90466E26528}"/>
                </a:ext>
              </a:extLst>
            </p:cNvPr>
            <p:cNvSpPr txBox="1"/>
            <p:nvPr/>
          </p:nvSpPr>
          <p:spPr>
            <a:xfrm>
              <a:off x="4589569" y="4124452"/>
              <a:ext cx="41531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北京市海淀区西北旺东路</a:t>
              </a:r>
              <a:r>
                <a:rPr kumimoji="1" lang="en-US" altLang="zh-CN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10</a:t>
              </a:r>
              <a:r>
                <a:rPr kumimoji="1"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号院东区</a:t>
              </a:r>
              <a:r>
                <a:rPr kumimoji="1" lang="en-US" altLang="zh-CN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16</a:t>
              </a:r>
              <a:r>
                <a:rPr kumimoji="1"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号楼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A023887-3071-9BF4-1A51-E6837E31F07B}"/>
                </a:ext>
              </a:extLst>
            </p:cNvPr>
            <p:cNvSpPr txBox="1"/>
            <p:nvPr/>
          </p:nvSpPr>
          <p:spPr>
            <a:xfrm>
              <a:off x="4595738" y="3637204"/>
              <a:ext cx="470131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软通动力信息技术</a:t>
              </a:r>
              <a:r>
                <a:rPr kumimoji="1" lang="en-US" altLang="zh-CN" sz="2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(</a:t>
              </a:r>
              <a:r>
                <a:rPr kumimoji="1" lang="zh-CN" altLang="en-US" sz="2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集团</a:t>
              </a:r>
              <a:r>
                <a:rPr kumimoji="1" lang="en-US" altLang="zh-CN" sz="2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)</a:t>
              </a:r>
              <a:r>
                <a:rPr kumimoji="1" lang="zh-CN" altLang="en-US" sz="2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股份有限公司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8D663D3-4DB6-7BEE-1141-A790243A9513}"/>
                </a:ext>
              </a:extLst>
            </p:cNvPr>
            <p:cNvSpPr txBox="1"/>
            <p:nvPr/>
          </p:nvSpPr>
          <p:spPr>
            <a:xfrm>
              <a:off x="4589568" y="4534756"/>
              <a:ext cx="21532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sz="1600" dirty="0" err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www.isoftstone.com</a:t>
              </a:r>
              <a:endParaRPr kumimoji="1"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6797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5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23" r:id="rId2"/>
    <p:sldLayoutId id="2147483724" r:id="rId3"/>
    <p:sldLayoutId id="2147483702" r:id="rId4"/>
    <p:sldLayoutId id="214748370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PT" sz="2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2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33680" indent="-228600" algn="l" defTabSz="914400" rtl="0" eaLnBrk="1" latinLnBrk="0" hangingPunct="1">
        <a:lnSpc>
          <a:spcPts val="2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4155" algn="l" defTabSz="914400" rtl="0" eaLnBrk="1" latinLnBrk="0" hangingPunct="1">
        <a:lnSpc>
          <a:spcPts val="16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90880" indent="-23368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584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5" r:id="rId2"/>
    <p:sldLayoutId id="2147483726" r:id="rId3"/>
    <p:sldLayoutId id="2147483716" r:id="rId4"/>
    <p:sldLayoutId id="2147483720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PT" sz="2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2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33680" indent="-228600" algn="l" defTabSz="914400" rtl="0" eaLnBrk="1" latinLnBrk="0" hangingPunct="1">
        <a:lnSpc>
          <a:spcPts val="2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4155" algn="l" defTabSz="914400" rtl="0" eaLnBrk="1" latinLnBrk="0" hangingPunct="1">
        <a:lnSpc>
          <a:spcPts val="16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90880" indent="-23368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97F4E3-E193-5543-579D-BEFDA5718E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东南大学</a:t>
            </a:r>
            <a:r>
              <a:rPr lang="en-US" altLang="zh-CN" dirty="0"/>
              <a:t>2025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4CEDA2C-D5DF-D8BA-A6FF-DF3866B022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pc="-45" dirty="0">
                <a:solidFill>
                  <a:schemeClr val="tx1"/>
                </a:solidFill>
              </a:rPr>
              <a:t>实训任务</a:t>
            </a:r>
            <a:r>
              <a:rPr lang="en-US" altLang="zh-CN" spc="-20" dirty="0">
                <a:solidFill>
                  <a:schemeClr val="tx1"/>
                </a:solidFill>
              </a:rPr>
              <a:t>03</a:t>
            </a:r>
            <a:r>
              <a:rPr lang="en-US" altLang="zh-CN" spc="-45" dirty="0">
                <a:solidFill>
                  <a:schemeClr val="tx1"/>
                </a:solidFill>
              </a:rPr>
              <a:t>-</a:t>
            </a:r>
            <a:r>
              <a:rPr lang="zh-CN" altLang="en-US" spc="-45" dirty="0">
                <a:solidFill>
                  <a:schemeClr val="tx1"/>
                </a:solidFill>
              </a:rPr>
              <a:t>概要设计</a:t>
            </a:r>
            <a:r>
              <a:rPr lang="en-US" altLang="zh-CN" spc="-45" dirty="0">
                <a:solidFill>
                  <a:schemeClr val="tx1"/>
                </a:solidFill>
              </a:rPr>
              <a:t>-</a:t>
            </a:r>
            <a:r>
              <a:rPr lang="en-US" altLang="zh-CN" spc="-50" dirty="0">
                <a:solidFill>
                  <a:schemeClr val="tx1"/>
                </a:solidFill>
              </a:rPr>
              <a:t>1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2311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C00000"/>
                </a:solidFill>
                <a:cs typeface="Arial" panose="020B0604020202020204" pitchFamily="34" charset="0"/>
              </a:rPr>
              <a:t>1.</a:t>
            </a:r>
            <a:r>
              <a:rPr lang="zh-CN" altLang="en-US" sz="2800" dirty="0">
                <a:solidFill>
                  <a:srgbClr val="C00000"/>
                </a:solidFill>
                <a:cs typeface="Arial" panose="020B0604020202020204" pitchFamily="34" charset="0"/>
              </a:rPr>
              <a:t> 任务</a:t>
            </a: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94251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object 3">
            <a:extLst>
              <a:ext uri="{FF2B5EF4-FFF2-40B4-BE49-F238E27FC236}">
                <a16:creationId xmlns:a16="http://schemas.microsoft.com/office/drawing/2014/main" id="{43862633-1231-4271-98BA-23935902CAE4}"/>
              </a:ext>
            </a:extLst>
          </p:cNvPr>
          <p:cNvSpPr/>
          <p:nvPr/>
        </p:nvSpPr>
        <p:spPr>
          <a:xfrm>
            <a:off x="6096000" y="2517648"/>
            <a:ext cx="3746500" cy="542925"/>
          </a:xfrm>
          <a:custGeom>
            <a:avLst/>
            <a:gdLst/>
            <a:ahLst/>
            <a:cxnLst/>
            <a:rect l="l" t="t" r="r" b="b"/>
            <a:pathLst>
              <a:path w="3746500" h="542925">
                <a:moveTo>
                  <a:pt x="0" y="90424"/>
                </a:moveTo>
                <a:lnTo>
                  <a:pt x="7110" y="55239"/>
                </a:lnTo>
                <a:lnTo>
                  <a:pt x="26495" y="26495"/>
                </a:lnTo>
                <a:lnTo>
                  <a:pt x="55239" y="7110"/>
                </a:lnTo>
                <a:lnTo>
                  <a:pt x="90424" y="0"/>
                </a:lnTo>
                <a:lnTo>
                  <a:pt x="3655568" y="0"/>
                </a:lnTo>
                <a:lnTo>
                  <a:pt x="3690752" y="7110"/>
                </a:lnTo>
                <a:lnTo>
                  <a:pt x="3719496" y="26495"/>
                </a:lnTo>
                <a:lnTo>
                  <a:pt x="3738881" y="55239"/>
                </a:lnTo>
                <a:lnTo>
                  <a:pt x="3745992" y="90424"/>
                </a:lnTo>
                <a:lnTo>
                  <a:pt x="3745992" y="452119"/>
                </a:lnTo>
                <a:lnTo>
                  <a:pt x="3738881" y="487304"/>
                </a:lnTo>
                <a:lnTo>
                  <a:pt x="3719496" y="516048"/>
                </a:lnTo>
                <a:lnTo>
                  <a:pt x="3690752" y="535433"/>
                </a:lnTo>
                <a:lnTo>
                  <a:pt x="3655568" y="542543"/>
                </a:lnTo>
                <a:lnTo>
                  <a:pt x="90424" y="542543"/>
                </a:lnTo>
                <a:lnTo>
                  <a:pt x="55239" y="535433"/>
                </a:lnTo>
                <a:lnTo>
                  <a:pt x="26495" y="516048"/>
                </a:lnTo>
                <a:lnTo>
                  <a:pt x="7110" y="487304"/>
                </a:lnTo>
                <a:lnTo>
                  <a:pt x="0" y="452119"/>
                </a:lnTo>
                <a:lnTo>
                  <a:pt x="0" y="90424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30778ADD-8EEF-49A6-866D-21678F146FFA}"/>
              </a:ext>
            </a:extLst>
          </p:cNvPr>
          <p:cNvSpPr txBox="1"/>
          <p:nvPr/>
        </p:nvSpPr>
        <p:spPr>
          <a:xfrm>
            <a:off x="6952233" y="2550032"/>
            <a:ext cx="20358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FF0000"/>
                </a:solidFill>
                <a:latin typeface="微软雅黑"/>
                <a:cs typeface="微软雅黑"/>
              </a:rPr>
              <a:t>概要设计 - </a:t>
            </a:r>
            <a:r>
              <a:rPr sz="2800" b="1" spc="-50" dirty="0">
                <a:solidFill>
                  <a:srgbClr val="FF0000"/>
                </a:solidFill>
                <a:latin typeface="微软雅黑"/>
                <a:cs typeface="微软雅黑"/>
              </a:rPr>
              <a:t>1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6BE05B3E-C899-4DF3-B6AD-3078F6DA45B6}"/>
              </a:ext>
            </a:extLst>
          </p:cNvPr>
          <p:cNvSpPr/>
          <p:nvPr/>
        </p:nvSpPr>
        <p:spPr>
          <a:xfrm>
            <a:off x="2331720" y="2601467"/>
            <a:ext cx="2697480" cy="375285"/>
          </a:xfrm>
          <a:custGeom>
            <a:avLst/>
            <a:gdLst/>
            <a:ahLst/>
            <a:cxnLst/>
            <a:rect l="l" t="t" r="r" b="b"/>
            <a:pathLst>
              <a:path w="2697479" h="375285">
                <a:moveTo>
                  <a:pt x="0" y="62484"/>
                </a:moveTo>
                <a:lnTo>
                  <a:pt x="4905" y="38147"/>
                </a:lnTo>
                <a:lnTo>
                  <a:pt x="18287" y="18287"/>
                </a:lnTo>
                <a:lnTo>
                  <a:pt x="38147" y="4905"/>
                </a:lnTo>
                <a:lnTo>
                  <a:pt x="62484" y="0"/>
                </a:lnTo>
                <a:lnTo>
                  <a:pt x="2634996" y="0"/>
                </a:lnTo>
                <a:lnTo>
                  <a:pt x="2659332" y="4905"/>
                </a:lnTo>
                <a:lnTo>
                  <a:pt x="2679192" y="18288"/>
                </a:lnTo>
                <a:lnTo>
                  <a:pt x="2692574" y="38147"/>
                </a:lnTo>
                <a:lnTo>
                  <a:pt x="2697480" y="62484"/>
                </a:lnTo>
                <a:lnTo>
                  <a:pt x="2697480" y="312420"/>
                </a:lnTo>
                <a:lnTo>
                  <a:pt x="2692574" y="336756"/>
                </a:lnTo>
                <a:lnTo>
                  <a:pt x="2679192" y="356616"/>
                </a:lnTo>
                <a:lnTo>
                  <a:pt x="2659332" y="369998"/>
                </a:lnTo>
                <a:lnTo>
                  <a:pt x="2634996" y="374904"/>
                </a:lnTo>
                <a:lnTo>
                  <a:pt x="62484" y="374904"/>
                </a:lnTo>
                <a:lnTo>
                  <a:pt x="38147" y="369998"/>
                </a:lnTo>
                <a:lnTo>
                  <a:pt x="18288" y="356616"/>
                </a:lnTo>
                <a:lnTo>
                  <a:pt x="4905" y="336756"/>
                </a:lnTo>
                <a:lnTo>
                  <a:pt x="0" y="312420"/>
                </a:lnTo>
                <a:lnTo>
                  <a:pt x="0" y="62484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C5A0AB76-813C-4032-BA3A-1A8A2C31C53E}"/>
              </a:ext>
            </a:extLst>
          </p:cNvPr>
          <p:cNvSpPr txBox="1"/>
          <p:nvPr/>
        </p:nvSpPr>
        <p:spPr>
          <a:xfrm>
            <a:off x="2853308" y="2614041"/>
            <a:ext cx="165353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1F5F"/>
                </a:solidFill>
                <a:latin typeface="微软雅黑"/>
                <a:cs typeface="微软雅黑"/>
              </a:rPr>
              <a:t>细化阶段(</a:t>
            </a:r>
            <a:r>
              <a:rPr sz="2000" b="1" spc="-10" dirty="0">
                <a:solidFill>
                  <a:srgbClr val="001F5F"/>
                </a:solidFill>
                <a:latin typeface="微软雅黑"/>
                <a:cs typeface="微软雅黑"/>
              </a:rPr>
              <a:t>4</a:t>
            </a:r>
            <a:r>
              <a:rPr sz="2000" b="1" spc="-25" dirty="0">
                <a:solidFill>
                  <a:srgbClr val="001F5F"/>
                </a:solidFill>
                <a:latin typeface="微软雅黑"/>
                <a:cs typeface="微软雅黑"/>
              </a:rPr>
              <a:t>天)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C6D48DB1-0185-4B37-AF6B-3F534F41D27A}"/>
              </a:ext>
            </a:extLst>
          </p:cNvPr>
          <p:cNvSpPr/>
          <p:nvPr/>
        </p:nvSpPr>
        <p:spPr>
          <a:xfrm>
            <a:off x="2331720" y="3619500"/>
            <a:ext cx="2697480" cy="375285"/>
          </a:xfrm>
          <a:custGeom>
            <a:avLst/>
            <a:gdLst/>
            <a:ahLst/>
            <a:cxnLst/>
            <a:rect l="l" t="t" r="r" b="b"/>
            <a:pathLst>
              <a:path w="2697479" h="375285">
                <a:moveTo>
                  <a:pt x="0" y="62483"/>
                </a:moveTo>
                <a:lnTo>
                  <a:pt x="4905" y="38147"/>
                </a:lnTo>
                <a:lnTo>
                  <a:pt x="18287" y="18287"/>
                </a:lnTo>
                <a:lnTo>
                  <a:pt x="38147" y="4905"/>
                </a:lnTo>
                <a:lnTo>
                  <a:pt x="62484" y="0"/>
                </a:lnTo>
                <a:lnTo>
                  <a:pt x="2634996" y="0"/>
                </a:lnTo>
                <a:lnTo>
                  <a:pt x="2659332" y="4905"/>
                </a:lnTo>
                <a:lnTo>
                  <a:pt x="2679192" y="18287"/>
                </a:lnTo>
                <a:lnTo>
                  <a:pt x="2692574" y="38147"/>
                </a:lnTo>
                <a:lnTo>
                  <a:pt x="2697480" y="62483"/>
                </a:lnTo>
                <a:lnTo>
                  <a:pt x="2697480" y="312419"/>
                </a:lnTo>
                <a:lnTo>
                  <a:pt x="2692574" y="336756"/>
                </a:lnTo>
                <a:lnTo>
                  <a:pt x="2679192" y="356615"/>
                </a:lnTo>
                <a:lnTo>
                  <a:pt x="2659332" y="369998"/>
                </a:lnTo>
                <a:lnTo>
                  <a:pt x="2634996" y="374904"/>
                </a:lnTo>
                <a:lnTo>
                  <a:pt x="62484" y="374904"/>
                </a:lnTo>
                <a:lnTo>
                  <a:pt x="38147" y="369998"/>
                </a:lnTo>
                <a:lnTo>
                  <a:pt x="18288" y="356616"/>
                </a:lnTo>
                <a:lnTo>
                  <a:pt x="4905" y="336756"/>
                </a:lnTo>
                <a:lnTo>
                  <a:pt x="0" y="312419"/>
                </a:lnTo>
                <a:lnTo>
                  <a:pt x="0" y="62483"/>
                </a:lnTo>
                <a:close/>
              </a:path>
            </a:pathLst>
          </a:custGeom>
          <a:ln w="12192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837C4882-893B-45E3-914F-5C224BE54756}"/>
              </a:ext>
            </a:extLst>
          </p:cNvPr>
          <p:cNvSpPr txBox="1"/>
          <p:nvPr/>
        </p:nvSpPr>
        <p:spPr>
          <a:xfrm>
            <a:off x="3158108" y="3632453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solidFill>
                  <a:srgbClr val="A6A6A6"/>
                </a:solidFill>
                <a:latin typeface="微软雅黑"/>
                <a:cs typeface="微软雅黑"/>
              </a:rPr>
              <a:t>构建阶段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980B47DE-28BE-4E22-A376-0917DE2C8C34}"/>
              </a:ext>
            </a:extLst>
          </p:cNvPr>
          <p:cNvSpPr/>
          <p:nvPr/>
        </p:nvSpPr>
        <p:spPr>
          <a:xfrm>
            <a:off x="2331720" y="4637532"/>
            <a:ext cx="2697480" cy="375285"/>
          </a:xfrm>
          <a:custGeom>
            <a:avLst/>
            <a:gdLst/>
            <a:ahLst/>
            <a:cxnLst/>
            <a:rect l="l" t="t" r="r" b="b"/>
            <a:pathLst>
              <a:path w="2697479" h="375285">
                <a:moveTo>
                  <a:pt x="0" y="62484"/>
                </a:moveTo>
                <a:lnTo>
                  <a:pt x="4905" y="38147"/>
                </a:lnTo>
                <a:lnTo>
                  <a:pt x="18287" y="18288"/>
                </a:lnTo>
                <a:lnTo>
                  <a:pt x="38147" y="4905"/>
                </a:lnTo>
                <a:lnTo>
                  <a:pt x="62484" y="0"/>
                </a:lnTo>
                <a:lnTo>
                  <a:pt x="2634996" y="0"/>
                </a:lnTo>
                <a:lnTo>
                  <a:pt x="2659332" y="4905"/>
                </a:lnTo>
                <a:lnTo>
                  <a:pt x="2679192" y="18288"/>
                </a:lnTo>
                <a:lnTo>
                  <a:pt x="2692574" y="38147"/>
                </a:lnTo>
                <a:lnTo>
                  <a:pt x="2697480" y="62484"/>
                </a:lnTo>
                <a:lnTo>
                  <a:pt x="2697480" y="312420"/>
                </a:lnTo>
                <a:lnTo>
                  <a:pt x="2692574" y="336756"/>
                </a:lnTo>
                <a:lnTo>
                  <a:pt x="2679192" y="356616"/>
                </a:lnTo>
                <a:lnTo>
                  <a:pt x="2659332" y="369998"/>
                </a:lnTo>
                <a:lnTo>
                  <a:pt x="2634996" y="374904"/>
                </a:lnTo>
                <a:lnTo>
                  <a:pt x="62484" y="374904"/>
                </a:lnTo>
                <a:lnTo>
                  <a:pt x="38147" y="369998"/>
                </a:lnTo>
                <a:lnTo>
                  <a:pt x="18288" y="356616"/>
                </a:lnTo>
                <a:lnTo>
                  <a:pt x="4905" y="336756"/>
                </a:lnTo>
                <a:lnTo>
                  <a:pt x="0" y="312420"/>
                </a:lnTo>
                <a:lnTo>
                  <a:pt x="0" y="62484"/>
                </a:lnTo>
                <a:close/>
              </a:path>
            </a:pathLst>
          </a:custGeom>
          <a:ln w="12192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2F8999C1-E610-4ED1-8893-954AFF6916A9}"/>
              </a:ext>
            </a:extLst>
          </p:cNvPr>
          <p:cNvSpPr txBox="1"/>
          <p:nvPr/>
        </p:nvSpPr>
        <p:spPr>
          <a:xfrm>
            <a:off x="3158108" y="4650740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solidFill>
                  <a:srgbClr val="A6A6A6"/>
                </a:solidFill>
                <a:latin typeface="微软雅黑"/>
                <a:cs typeface="微软雅黑"/>
              </a:rPr>
              <a:t>移交阶段</a:t>
            </a:r>
            <a:endParaRPr sz="2000">
              <a:latin typeface="微软雅黑"/>
              <a:cs typeface="微软雅黑"/>
            </a:endParaRPr>
          </a:p>
        </p:txBody>
      </p:sp>
      <p:grpSp>
        <p:nvGrpSpPr>
          <p:cNvPr id="16" name="object 11">
            <a:extLst>
              <a:ext uri="{FF2B5EF4-FFF2-40B4-BE49-F238E27FC236}">
                <a16:creationId xmlns:a16="http://schemas.microsoft.com/office/drawing/2014/main" id="{4E29DBCC-DB0C-447A-83EA-722896FDB018}"/>
              </a:ext>
            </a:extLst>
          </p:cNvPr>
          <p:cNvGrpSpPr/>
          <p:nvPr/>
        </p:nvGrpSpPr>
        <p:grpSpPr>
          <a:xfrm>
            <a:off x="5029200" y="1979676"/>
            <a:ext cx="2978150" cy="1512570"/>
            <a:chOff x="5029200" y="1979676"/>
            <a:chExt cx="2978150" cy="1512570"/>
          </a:xfrm>
        </p:grpSpPr>
        <p:sp>
          <p:nvSpPr>
            <p:cNvPr id="17" name="object 12">
              <a:extLst>
                <a:ext uri="{FF2B5EF4-FFF2-40B4-BE49-F238E27FC236}">
                  <a16:creationId xmlns:a16="http://schemas.microsoft.com/office/drawing/2014/main" id="{BCD1E715-5E32-4628-A703-00E1F8620730}"/>
                </a:ext>
              </a:extLst>
            </p:cNvPr>
            <p:cNvSpPr/>
            <p:nvPr/>
          </p:nvSpPr>
          <p:spPr>
            <a:xfrm>
              <a:off x="5029200" y="2750820"/>
              <a:ext cx="1067435" cy="76200"/>
            </a:xfrm>
            <a:custGeom>
              <a:avLst/>
              <a:gdLst/>
              <a:ahLst/>
              <a:cxnLst/>
              <a:rect l="l" t="t" r="r" b="b"/>
              <a:pathLst>
                <a:path w="1067435" h="76200">
                  <a:moveTo>
                    <a:pt x="991108" y="0"/>
                  </a:moveTo>
                  <a:lnTo>
                    <a:pt x="991108" y="76200"/>
                  </a:lnTo>
                  <a:lnTo>
                    <a:pt x="1054608" y="44450"/>
                  </a:lnTo>
                  <a:lnTo>
                    <a:pt x="1003808" y="44450"/>
                  </a:lnTo>
                  <a:lnTo>
                    <a:pt x="1003808" y="31750"/>
                  </a:lnTo>
                  <a:lnTo>
                    <a:pt x="1054608" y="31750"/>
                  </a:lnTo>
                  <a:lnTo>
                    <a:pt x="991108" y="0"/>
                  </a:lnTo>
                  <a:close/>
                </a:path>
                <a:path w="1067435" h="76200">
                  <a:moveTo>
                    <a:pt x="991108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991108" y="44450"/>
                  </a:lnTo>
                  <a:lnTo>
                    <a:pt x="991108" y="31750"/>
                  </a:lnTo>
                  <a:close/>
                </a:path>
                <a:path w="1067435" h="76200">
                  <a:moveTo>
                    <a:pt x="1054608" y="31750"/>
                  </a:moveTo>
                  <a:lnTo>
                    <a:pt x="1003808" y="31750"/>
                  </a:lnTo>
                  <a:lnTo>
                    <a:pt x="1003808" y="44450"/>
                  </a:lnTo>
                  <a:lnTo>
                    <a:pt x="1054608" y="44450"/>
                  </a:lnTo>
                  <a:lnTo>
                    <a:pt x="1067308" y="38100"/>
                  </a:lnTo>
                  <a:lnTo>
                    <a:pt x="1054608" y="3175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3">
              <a:extLst>
                <a:ext uri="{FF2B5EF4-FFF2-40B4-BE49-F238E27FC236}">
                  <a16:creationId xmlns:a16="http://schemas.microsoft.com/office/drawing/2014/main" id="{D3564B17-2F13-4310-9331-7DD101B04FFE}"/>
                </a:ext>
              </a:extLst>
            </p:cNvPr>
            <p:cNvSpPr/>
            <p:nvPr/>
          </p:nvSpPr>
          <p:spPr>
            <a:xfrm>
              <a:off x="7930896" y="1979675"/>
              <a:ext cx="76200" cy="1512570"/>
            </a:xfrm>
            <a:custGeom>
              <a:avLst/>
              <a:gdLst/>
              <a:ahLst/>
              <a:cxnLst/>
              <a:rect l="l" t="t" r="r" b="b"/>
              <a:pathLst>
                <a:path w="76200" h="1512570">
                  <a:moveTo>
                    <a:pt x="76200" y="1436243"/>
                  </a:moveTo>
                  <a:lnTo>
                    <a:pt x="44450" y="1436243"/>
                  </a:lnTo>
                  <a:lnTo>
                    <a:pt x="44450" y="1080516"/>
                  </a:lnTo>
                  <a:lnTo>
                    <a:pt x="31750" y="1080516"/>
                  </a:lnTo>
                  <a:lnTo>
                    <a:pt x="31750" y="1436243"/>
                  </a:lnTo>
                  <a:lnTo>
                    <a:pt x="0" y="1436243"/>
                  </a:lnTo>
                  <a:lnTo>
                    <a:pt x="38100" y="1512443"/>
                  </a:lnTo>
                  <a:lnTo>
                    <a:pt x="69850" y="1448943"/>
                  </a:lnTo>
                  <a:lnTo>
                    <a:pt x="76200" y="1436243"/>
                  </a:lnTo>
                  <a:close/>
                </a:path>
                <a:path w="76200" h="1512570">
                  <a:moveTo>
                    <a:pt x="76200" y="462661"/>
                  </a:moveTo>
                  <a:lnTo>
                    <a:pt x="44450" y="462661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462661"/>
                  </a:lnTo>
                  <a:lnTo>
                    <a:pt x="0" y="462661"/>
                  </a:lnTo>
                  <a:lnTo>
                    <a:pt x="38100" y="538861"/>
                  </a:lnTo>
                  <a:lnTo>
                    <a:pt x="69850" y="475361"/>
                  </a:lnTo>
                  <a:lnTo>
                    <a:pt x="76200" y="462661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4">
            <a:extLst>
              <a:ext uri="{FF2B5EF4-FFF2-40B4-BE49-F238E27FC236}">
                <a16:creationId xmlns:a16="http://schemas.microsoft.com/office/drawing/2014/main" id="{66C9BF0D-0F27-4862-897B-E346A232BE06}"/>
              </a:ext>
            </a:extLst>
          </p:cNvPr>
          <p:cNvSpPr/>
          <p:nvPr/>
        </p:nvSpPr>
        <p:spPr>
          <a:xfrm>
            <a:off x="2331720" y="1583436"/>
            <a:ext cx="2697480" cy="375285"/>
          </a:xfrm>
          <a:custGeom>
            <a:avLst/>
            <a:gdLst/>
            <a:ahLst/>
            <a:cxnLst/>
            <a:rect l="l" t="t" r="r" b="b"/>
            <a:pathLst>
              <a:path w="2697479" h="375285">
                <a:moveTo>
                  <a:pt x="0" y="62484"/>
                </a:moveTo>
                <a:lnTo>
                  <a:pt x="4905" y="38147"/>
                </a:lnTo>
                <a:lnTo>
                  <a:pt x="18287" y="18287"/>
                </a:lnTo>
                <a:lnTo>
                  <a:pt x="38147" y="4905"/>
                </a:lnTo>
                <a:lnTo>
                  <a:pt x="62484" y="0"/>
                </a:lnTo>
                <a:lnTo>
                  <a:pt x="2634996" y="0"/>
                </a:lnTo>
                <a:lnTo>
                  <a:pt x="2659332" y="4905"/>
                </a:lnTo>
                <a:lnTo>
                  <a:pt x="2679192" y="18287"/>
                </a:lnTo>
                <a:lnTo>
                  <a:pt x="2692574" y="38147"/>
                </a:lnTo>
                <a:lnTo>
                  <a:pt x="2697480" y="62484"/>
                </a:lnTo>
                <a:lnTo>
                  <a:pt x="2697480" y="312419"/>
                </a:lnTo>
                <a:lnTo>
                  <a:pt x="2692574" y="336756"/>
                </a:lnTo>
                <a:lnTo>
                  <a:pt x="2679192" y="356615"/>
                </a:lnTo>
                <a:lnTo>
                  <a:pt x="2659332" y="369998"/>
                </a:lnTo>
                <a:lnTo>
                  <a:pt x="2634996" y="374903"/>
                </a:lnTo>
                <a:lnTo>
                  <a:pt x="62484" y="374903"/>
                </a:lnTo>
                <a:lnTo>
                  <a:pt x="38147" y="369998"/>
                </a:lnTo>
                <a:lnTo>
                  <a:pt x="18288" y="356615"/>
                </a:lnTo>
                <a:lnTo>
                  <a:pt x="4905" y="336756"/>
                </a:lnTo>
                <a:lnTo>
                  <a:pt x="0" y="312419"/>
                </a:lnTo>
                <a:lnTo>
                  <a:pt x="0" y="62484"/>
                </a:lnTo>
                <a:close/>
              </a:path>
            </a:pathLst>
          </a:custGeom>
          <a:ln w="12192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5">
            <a:extLst>
              <a:ext uri="{FF2B5EF4-FFF2-40B4-BE49-F238E27FC236}">
                <a16:creationId xmlns:a16="http://schemas.microsoft.com/office/drawing/2014/main" id="{A434839E-5563-4E76-8609-ADE57E0D1EAD}"/>
              </a:ext>
            </a:extLst>
          </p:cNvPr>
          <p:cNvSpPr txBox="1"/>
          <p:nvPr/>
        </p:nvSpPr>
        <p:spPr>
          <a:xfrm>
            <a:off x="3158108" y="1595755"/>
            <a:ext cx="1043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" dirty="0">
                <a:solidFill>
                  <a:srgbClr val="A6A6A6"/>
                </a:solidFill>
                <a:latin typeface="微软雅黑"/>
                <a:cs typeface="微软雅黑"/>
              </a:rPr>
              <a:t>初始阶段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1" name="object 16">
            <a:extLst>
              <a:ext uri="{FF2B5EF4-FFF2-40B4-BE49-F238E27FC236}">
                <a16:creationId xmlns:a16="http://schemas.microsoft.com/office/drawing/2014/main" id="{9BED2606-D6D7-46D7-BE27-DC32599881FA}"/>
              </a:ext>
            </a:extLst>
          </p:cNvPr>
          <p:cNvSpPr txBox="1"/>
          <p:nvPr/>
        </p:nvSpPr>
        <p:spPr>
          <a:xfrm>
            <a:off x="7725918" y="1634490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微软雅黑"/>
                <a:cs typeface="微软雅黑"/>
              </a:rPr>
              <a:t>承上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2" name="object 17">
            <a:extLst>
              <a:ext uri="{FF2B5EF4-FFF2-40B4-BE49-F238E27FC236}">
                <a16:creationId xmlns:a16="http://schemas.microsoft.com/office/drawing/2014/main" id="{0168AC80-139D-4E8A-9104-342E025702C2}"/>
              </a:ext>
            </a:extLst>
          </p:cNvPr>
          <p:cNvSpPr txBox="1"/>
          <p:nvPr/>
        </p:nvSpPr>
        <p:spPr>
          <a:xfrm>
            <a:off x="7264145" y="3516325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微软雅黑"/>
                <a:cs typeface="微软雅黑"/>
              </a:rPr>
              <a:t>下启详细设计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3" name="object 18">
            <a:extLst>
              <a:ext uri="{FF2B5EF4-FFF2-40B4-BE49-F238E27FC236}">
                <a16:creationId xmlns:a16="http://schemas.microsoft.com/office/drawing/2014/main" id="{E7EF3E15-3D32-4BEC-B91B-65AC002DDBE6}"/>
              </a:ext>
            </a:extLst>
          </p:cNvPr>
          <p:cNvSpPr/>
          <p:nvPr/>
        </p:nvSpPr>
        <p:spPr>
          <a:xfrm>
            <a:off x="5029200" y="1770888"/>
            <a:ext cx="2617470" cy="24130"/>
          </a:xfrm>
          <a:custGeom>
            <a:avLst/>
            <a:gdLst/>
            <a:ahLst/>
            <a:cxnLst/>
            <a:rect l="l" t="t" r="r" b="b"/>
            <a:pathLst>
              <a:path w="2617470" h="24130">
                <a:moveTo>
                  <a:pt x="0" y="0"/>
                </a:moveTo>
                <a:lnTo>
                  <a:pt x="2617343" y="23749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9">
            <a:extLst>
              <a:ext uri="{FF2B5EF4-FFF2-40B4-BE49-F238E27FC236}">
                <a16:creationId xmlns:a16="http://schemas.microsoft.com/office/drawing/2014/main" id="{A4FAC571-754B-426E-9578-8F9305AFD7F7}"/>
              </a:ext>
            </a:extLst>
          </p:cNvPr>
          <p:cNvSpPr txBox="1"/>
          <p:nvPr/>
        </p:nvSpPr>
        <p:spPr>
          <a:xfrm>
            <a:off x="9940543" y="2293467"/>
            <a:ext cx="1095375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5700"/>
              </a:lnSpc>
              <a:spcBef>
                <a:spcPts val="100"/>
              </a:spcBef>
            </a:pPr>
            <a:r>
              <a:rPr sz="1400" spc="-10" dirty="0">
                <a:latin typeface="微软雅黑"/>
                <a:cs typeface="微软雅黑"/>
              </a:rPr>
              <a:t>也称规格设计是详设的依据重要性很突出</a:t>
            </a:r>
            <a:endParaRPr sz="14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505968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2.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内容</a:t>
            </a: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object 3">
            <a:extLst>
              <a:ext uri="{FF2B5EF4-FFF2-40B4-BE49-F238E27FC236}">
                <a16:creationId xmlns:a16="http://schemas.microsoft.com/office/drawing/2014/main" id="{9AF7DA95-A26B-4C97-AE87-D7F75451DE76}"/>
              </a:ext>
            </a:extLst>
          </p:cNvPr>
          <p:cNvSpPr txBox="1"/>
          <p:nvPr/>
        </p:nvSpPr>
        <p:spPr>
          <a:xfrm>
            <a:off x="1138224" y="1918842"/>
            <a:ext cx="2129155" cy="176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86385" algn="l"/>
              </a:tabLst>
            </a:pPr>
            <a:r>
              <a:rPr sz="1800" b="1" dirty="0">
                <a:latin typeface="微软雅黑"/>
                <a:cs typeface="微软雅黑"/>
              </a:rPr>
              <a:t>概设的基本要素</a:t>
            </a:r>
            <a:r>
              <a:rPr sz="1800" spc="-50" dirty="0">
                <a:latin typeface="微软雅黑"/>
                <a:cs typeface="微软雅黑"/>
              </a:rPr>
              <a:t>；</a:t>
            </a:r>
            <a:endParaRPr sz="1800" dirty="0">
              <a:latin typeface="微软雅黑"/>
              <a:cs typeface="微软雅黑"/>
            </a:endParaRPr>
          </a:p>
          <a:p>
            <a:pPr marL="270510" indent="-25781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270510" algn="l"/>
              </a:tabLst>
            </a:pPr>
            <a:r>
              <a:rPr sz="1800" spc="-10" dirty="0">
                <a:latin typeface="微软雅黑"/>
                <a:cs typeface="微软雅黑"/>
              </a:rPr>
              <a:t>设计约束；</a:t>
            </a:r>
            <a:endParaRPr sz="1800" dirty="0">
              <a:latin typeface="微软雅黑"/>
              <a:cs typeface="微软雅黑"/>
            </a:endParaRPr>
          </a:p>
          <a:p>
            <a:pPr marL="286385" indent="-27368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286385" algn="l"/>
              </a:tabLst>
            </a:pPr>
            <a:r>
              <a:rPr sz="1800" b="1" spc="-10" dirty="0">
                <a:latin typeface="微软雅黑"/>
                <a:cs typeface="微软雅黑"/>
              </a:rPr>
              <a:t>功能结构设计；</a:t>
            </a:r>
            <a:endParaRPr sz="1800" dirty="0">
              <a:latin typeface="微软雅黑"/>
              <a:cs typeface="微软雅黑"/>
            </a:endParaRPr>
          </a:p>
          <a:p>
            <a:pPr marL="286385" indent="-27368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286385" algn="l"/>
              </a:tabLst>
            </a:pPr>
            <a:r>
              <a:rPr sz="1800" b="1" spc="-10" dirty="0">
                <a:latin typeface="微软雅黑"/>
                <a:cs typeface="微软雅黑"/>
              </a:rPr>
              <a:t>实体结构设计</a:t>
            </a:r>
            <a:endParaRPr sz="1800" dirty="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110196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3.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要求</a:t>
            </a: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object 3">
            <a:extLst>
              <a:ext uri="{FF2B5EF4-FFF2-40B4-BE49-F238E27FC236}">
                <a16:creationId xmlns:a16="http://schemas.microsoft.com/office/drawing/2014/main" id="{C10AB96C-0477-4ECC-95BA-CD8007C453DB}"/>
              </a:ext>
            </a:extLst>
          </p:cNvPr>
          <p:cNvSpPr txBox="1"/>
          <p:nvPr/>
        </p:nvSpPr>
        <p:spPr>
          <a:xfrm>
            <a:off x="1011123" y="1688719"/>
            <a:ext cx="3026410" cy="1275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86385" algn="l"/>
              </a:tabLst>
            </a:pPr>
            <a:r>
              <a:rPr sz="1800" b="1" spc="-10" dirty="0">
                <a:latin typeface="微软雅黑"/>
                <a:cs typeface="微软雅黑"/>
              </a:rPr>
              <a:t>完成概设文档框架；</a:t>
            </a:r>
            <a:endParaRPr sz="1800" dirty="0">
              <a:latin typeface="微软雅黑"/>
              <a:cs typeface="微软雅黑"/>
            </a:endParaRPr>
          </a:p>
          <a:p>
            <a:pPr marL="269875" indent="-25717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269875" algn="l"/>
              </a:tabLst>
            </a:pPr>
            <a:r>
              <a:rPr sz="1800" spc="-15" dirty="0">
                <a:latin typeface="微软雅黑"/>
                <a:cs typeface="微软雅黑"/>
              </a:rPr>
              <a:t>完成功能结构设计的文档；</a:t>
            </a:r>
            <a:endParaRPr sz="1800" dirty="0">
              <a:latin typeface="微软雅黑"/>
              <a:cs typeface="微软雅黑"/>
            </a:endParaRPr>
          </a:p>
          <a:p>
            <a:pPr marL="270510" indent="-25781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270510" algn="l"/>
              </a:tabLst>
            </a:pPr>
            <a:r>
              <a:rPr sz="1800" spc="-5" dirty="0">
                <a:latin typeface="微软雅黑"/>
                <a:cs typeface="微软雅黑"/>
              </a:rPr>
              <a:t>完成实体设计的文档；</a:t>
            </a:r>
            <a:endParaRPr sz="1800" dirty="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91676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4.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提交物</a:t>
            </a: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object 3">
            <a:extLst>
              <a:ext uri="{FF2B5EF4-FFF2-40B4-BE49-F238E27FC236}">
                <a16:creationId xmlns:a16="http://schemas.microsoft.com/office/drawing/2014/main" id="{D1EE08B3-FA4F-474B-B5F4-285EB3F077C1}"/>
              </a:ext>
            </a:extLst>
          </p:cNvPr>
          <p:cNvSpPr/>
          <p:nvPr/>
        </p:nvSpPr>
        <p:spPr>
          <a:xfrm>
            <a:off x="2187829" y="1152873"/>
            <a:ext cx="4594860" cy="541020"/>
          </a:xfrm>
          <a:custGeom>
            <a:avLst/>
            <a:gdLst/>
            <a:ahLst/>
            <a:cxnLst/>
            <a:rect l="l" t="t" r="r" b="b"/>
            <a:pathLst>
              <a:path w="4594859" h="541019">
                <a:moveTo>
                  <a:pt x="0" y="90170"/>
                </a:moveTo>
                <a:lnTo>
                  <a:pt x="7088" y="55078"/>
                </a:lnTo>
                <a:lnTo>
                  <a:pt x="26415" y="26416"/>
                </a:lnTo>
                <a:lnTo>
                  <a:pt x="55078" y="7088"/>
                </a:lnTo>
                <a:lnTo>
                  <a:pt x="90169" y="0"/>
                </a:lnTo>
                <a:lnTo>
                  <a:pt x="4504689" y="0"/>
                </a:lnTo>
                <a:lnTo>
                  <a:pt x="4539781" y="7088"/>
                </a:lnTo>
                <a:lnTo>
                  <a:pt x="4568444" y="26416"/>
                </a:lnTo>
                <a:lnTo>
                  <a:pt x="4587771" y="55078"/>
                </a:lnTo>
                <a:lnTo>
                  <a:pt x="4594859" y="90170"/>
                </a:lnTo>
                <a:lnTo>
                  <a:pt x="4594859" y="450850"/>
                </a:lnTo>
                <a:lnTo>
                  <a:pt x="4587771" y="485941"/>
                </a:lnTo>
                <a:lnTo>
                  <a:pt x="4568443" y="514603"/>
                </a:lnTo>
                <a:lnTo>
                  <a:pt x="4539781" y="533931"/>
                </a:lnTo>
                <a:lnTo>
                  <a:pt x="4504689" y="541020"/>
                </a:lnTo>
                <a:lnTo>
                  <a:pt x="90169" y="541020"/>
                </a:lnTo>
                <a:lnTo>
                  <a:pt x="55078" y="533931"/>
                </a:lnTo>
                <a:lnTo>
                  <a:pt x="26415" y="514603"/>
                </a:lnTo>
                <a:lnTo>
                  <a:pt x="7088" y="485941"/>
                </a:lnTo>
                <a:lnTo>
                  <a:pt x="0" y="450850"/>
                </a:lnTo>
                <a:lnTo>
                  <a:pt x="0" y="90170"/>
                </a:lnTo>
                <a:close/>
              </a:path>
            </a:pathLst>
          </a:custGeom>
          <a:ln w="12191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09411314-8225-4111-B07E-6FDE6ECF759A}"/>
              </a:ext>
            </a:extLst>
          </p:cNvPr>
          <p:cNvSpPr txBox="1"/>
          <p:nvPr/>
        </p:nvSpPr>
        <p:spPr>
          <a:xfrm>
            <a:off x="2748406" y="1184623"/>
            <a:ext cx="34734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40" dirty="0">
                <a:solidFill>
                  <a:srgbClr val="FF0000"/>
                </a:solidFill>
                <a:latin typeface="微软雅黑"/>
                <a:cs typeface="微软雅黑"/>
              </a:rPr>
              <a:t>概要设计文档</a:t>
            </a:r>
            <a:r>
              <a:rPr sz="2800" b="1" spc="-10" dirty="0">
                <a:latin typeface="微软雅黑"/>
                <a:cs typeface="微软雅黑"/>
              </a:rPr>
              <a:t>（1/2）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D2878D2A-7E59-474C-8BBD-89D75EF5954E}"/>
              </a:ext>
            </a:extLst>
          </p:cNvPr>
          <p:cNvSpPr/>
          <p:nvPr/>
        </p:nvSpPr>
        <p:spPr>
          <a:xfrm>
            <a:off x="4486020" y="1693894"/>
            <a:ext cx="666115" cy="2472690"/>
          </a:xfrm>
          <a:custGeom>
            <a:avLst/>
            <a:gdLst/>
            <a:ahLst/>
            <a:cxnLst/>
            <a:rect l="l" t="t" r="r" b="b"/>
            <a:pathLst>
              <a:path w="666114" h="2472690">
                <a:moveTo>
                  <a:pt x="0" y="0"/>
                </a:moveTo>
                <a:lnTo>
                  <a:pt x="0" y="867663"/>
                </a:lnTo>
                <a:lnTo>
                  <a:pt x="665861" y="867663"/>
                </a:lnTo>
              </a:path>
              <a:path w="666114" h="2472690">
                <a:moveTo>
                  <a:pt x="0" y="0"/>
                </a:moveTo>
                <a:lnTo>
                  <a:pt x="0" y="1889252"/>
                </a:lnTo>
                <a:lnTo>
                  <a:pt x="665861" y="1889252"/>
                </a:lnTo>
              </a:path>
              <a:path w="666114" h="2472690">
                <a:moveTo>
                  <a:pt x="0" y="0"/>
                </a:moveTo>
                <a:lnTo>
                  <a:pt x="0" y="2472182"/>
                </a:lnTo>
                <a:lnTo>
                  <a:pt x="652652" y="2472182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13F49E5E-9FE7-41B5-8AEC-398DDAEB0341}"/>
              </a:ext>
            </a:extLst>
          </p:cNvPr>
          <p:cNvSpPr txBox="1">
            <a:spLocks/>
          </p:cNvSpPr>
          <p:nvPr/>
        </p:nvSpPr>
        <p:spPr>
          <a:xfrm>
            <a:off x="3158744" y="1919929"/>
            <a:ext cx="5302250" cy="32797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368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4155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880" indent="-23368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84705">
              <a:lnSpc>
                <a:spcPct val="100000"/>
              </a:lnSpc>
              <a:spcBef>
                <a:spcPts val="700"/>
              </a:spcBef>
            </a:pPr>
            <a:r>
              <a:rPr lang="zh-CN" altLang="en-US" spc="-15"/>
              <a:t>按照概设的基本要素形成文档结构；</a:t>
            </a:r>
          </a:p>
          <a:p>
            <a:pPr marL="2084705">
              <a:lnSpc>
                <a:spcPct val="100000"/>
              </a:lnSpc>
              <a:spcBef>
                <a:spcPts val="600"/>
              </a:spcBef>
            </a:pPr>
            <a:r>
              <a:rPr lang="zh-CN" altLang="en-US" spc="-20"/>
              <a:t>分析、抽取并分离功能与数据，并形成：</a:t>
            </a:r>
          </a:p>
          <a:p>
            <a:pPr marL="2399665">
              <a:lnSpc>
                <a:spcPct val="100000"/>
              </a:lnSpc>
              <a:spcBef>
                <a:spcPts val="600"/>
              </a:spcBef>
            </a:pPr>
            <a:r>
              <a:rPr lang="en-US" altLang="zh-CN"/>
              <a:t>|</a:t>
            </a:r>
            <a:r>
              <a:rPr lang="en-US" altLang="zh-CN" spc="-20"/>
              <a:t>- </a:t>
            </a:r>
            <a:r>
              <a:rPr lang="zh-CN" altLang="en-US" spc="-20"/>
              <a:t>功能结构</a:t>
            </a:r>
          </a:p>
          <a:p>
            <a:pPr marL="2399665">
              <a:lnSpc>
                <a:spcPct val="100000"/>
              </a:lnSpc>
              <a:spcBef>
                <a:spcPts val="600"/>
              </a:spcBef>
            </a:pPr>
            <a:r>
              <a:rPr lang="en-US" altLang="zh-CN"/>
              <a:t>|</a:t>
            </a:r>
            <a:r>
              <a:rPr lang="en-US" altLang="zh-CN" spc="-20"/>
              <a:t>- </a:t>
            </a:r>
            <a:r>
              <a:rPr lang="zh-CN" altLang="en-US" spc="-20"/>
              <a:t>数据结构</a:t>
            </a:r>
          </a:p>
          <a:p>
            <a:pPr marL="2071370" marR="1248410" indent="12700">
              <a:lnSpc>
                <a:spcPct val="273300"/>
              </a:lnSpc>
              <a:spcBef>
                <a:spcPts val="70"/>
              </a:spcBef>
            </a:pPr>
            <a:r>
              <a:rPr lang="zh-CN" altLang="en-US" spc="-5"/>
              <a:t>掌握功能结构描述的技巧掌握数据结构描述的技巧</a:t>
            </a: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lang="zh-CN" altLang="en-US" spc="-5"/>
          </a:p>
          <a:p>
            <a:pPr marR="2179955" algn="ctr">
              <a:lnSpc>
                <a:spcPct val="100000"/>
              </a:lnSpc>
            </a:pPr>
            <a:r>
              <a:rPr lang="zh-CN" altLang="en-US" sz="1600" spc="-25">
                <a:solidFill>
                  <a:srgbClr val="00AFEF"/>
                </a:solidFill>
              </a:rPr>
              <a:t>采用</a:t>
            </a:r>
            <a:r>
              <a:rPr lang="en-US" altLang="zh-CN" sz="1600" spc="-25">
                <a:solidFill>
                  <a:srgbClr val="00AFEF"/>
                </a:solidFill>
              </a:rPr>
              <a:t>UML</a:t>
            </a:r>
            <a:r>
              <a:rPr lang="zh-CN" altLang="en-US" sz="1600" spc="-30">
                <a:solidFill>
                  <a:srgbClr val="00AFEF"/>
                </a:solidFill>
              </a:rPr>
              <a:t>辅助分析与保存分析结果</a:t>
            </a:r>
            <a:endParaRPr lang="zh-CN" altLang="en-US" sz="1600"/>
          </a:p>
          <a:p>
            <a:pPr marR="2179955" algn="ctr">
              <a:lnSpc>
                <a:spcPct val="100000"/>
              </a:lnSpc>
            </a:pPr>
            <a:r>
              <a:rPr lang="zh-CN" altLang="en-US" sz="1600" spc="-35">
                <a:solidFill>
                  <a:srgbClr val="00AFEF"/>
                </a:solidFill>
              </a:rPr>
              <a:t>分析的结果就是设计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374576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97F4E3-E193-5543-579D-BEFDA5718E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实训指导</a:t>
            </a:r>
            <a:endParaRPr lang="en-US" altLang="zh-CN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5155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latin typeface="Arial" panose="020B0604020202020204" pitchFamily="34" charset="0"/>
                <a:ea typeface="Lato Black" charset="0"/>
                <a:cs typeface="Arial" panose="020B0604020202020204" pitchFamily="34" charset="0"/>
              </a:rPr>
              <a:t>1. </a:t>
            </a:r>
            <a:r>
              <a:rPr lang="zh-CN" altLang="en-US" sz="2800" spc="-10" dirty="0">
                <a:solidFill>
                  <a:srgbClr val="C00000"/>
                </a:solidFill>
              </a:rPr>
              <a:t>概要设计的要素</a:t>
            </a:r>
            <a:endParaRPr lang="zh-CN" altLang="en-US" sz="2800" dirty="0">
              <a:solidFill>
                <a:srgbClr val="C00000"/>
              </a:solidFill>
              <a:latin typeface="Arial" panose="020B0604020202020204" pitchFamily="34" charset="0"/>
              <a:ea typeface="Lato Black" charset="0"/>
              <a:cs typeface="Arial" panose="020B0604020202020204" pitchFamily="34" charset="0"/>
            </a:endParaRP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object 4">
            <a:extLst>
              <a:ext uri="{FF2B5EF4-FFF2-40B4-BE49-F238E27FC236}">
                <a16:creationId xmlns:a16="http://schemas.microsoft.com/office/drawing/2014/main" id="{87327A98-2927-465A-B1EC-57AEFE18C53A}"/>
              </a:ext>
            </a:extLst>
          </p:cNvPr>
          <p:cNvSpPr/>
          <p:nvPr/>
        </p:nvSpPr>
        <p:spPr>
          <a:xfrm>
            <a:off x="1081404" y="1491805"/>
            <a:ext cx="2696210" cy="375285"/>
          </a:xfrm>
          <a:custGeom>
            <a:avLst/>
            <a:gdLst/>
            <a:ahLst/>
            <a:cxnLst/>
            <a:rect l="l" t="t" r="r" b="b"/>
            <a:pathLst>
              <a:path w="2696210" h="375285">
                <a:moveTo>
                  <a:pt x="0" y="62484"/>
                </a:moveTo>
                <a:lnTo>
                  <a:pt x="4910" y="38147"/>
                </a:lnTo>
                <a:lnTo>
                  <a:pt x="18302" y="18287"/>
                </a:lnTo>
                <a:lnTo>
                  <a:pt x="38163" y="4905"/>
                </a:lnTo>
                <a:lnTo>
                  <a:pt x="62484" y="0"/>
                </a:lnTo>
                <a:lnTo>
                  <a:pt x="2633472" y="0"/>
                </a:lnTo>
                <a:lnTo>
                  <a:pt x="2657808" y="4905"/>
                </a:lnTo>
                <a:lnTo>
                  <a:pt x="2677668" y="18287"/>
                </a:lnTo>
                <a:lnTo>
                  <a:pt x="2691050" y="38147"/>
                </a:lnTo>
                <a:lnTo>
                  <a:pt x="2695956" y="62484"/>
                </a:lnTo>
                <a:lnTo>
                  <a:pt x="2695956" y="312419"/>
                </a:lnTo>
                <a:lnTo>
                  <a:pt x="2691050" y="336756"/>
                </a:lnTo>
                <a:lnTo>
                  <a:pt x="2677668" y="356615"/>
                </a:lnTo>
                <a:lnTo>
                  <a:pt x="2657808" y="369998"/>
                </a:lnTo>
                <a:lnTo>
                  <a:pt x="2633472" y="374903"/>
                </a:lnTo>
                <a:lnTo>
                  <a:pt x="62484" y="374903"/>
                </a:lnTo>
                <a:lnTo>
                  <a:pt x="38163" y="369998"/>
                </a:lnTo>
                <a:lnTo>
                  <a:pt x="18302" y="356615"/>
                </a:lnTo>
                <a:lnTo>
                  <a:pt x="4910" y="336756"/>
                </a:lnTo>
                <a:lnTo>
                  <a:pt x="0" y="312419"/>
                </a:lnTo>
                <a:lnTo>
                  <a:pt x="0" y="62484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DA941BC1-B50B-4B53-A4E5-84901155BE19}"/>
              </a:ext>
            </a:extLst>
          </p:cNvPr>
          <p:cNvSpPr txBox="1"/>
          <p:nvPr/>
        </p:nvSpPr>
        <p:spPr>
          <a:xfrm>
            <a:off x="2161665" y="1504124"/>
            <a:ext cx="5346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A6A6A6"/>
                </a:solidFill>
                <a:latin typeface="微软雅黑"/>
                <a:cs typeface="微软雅黑"/>
              </a:rPr>
              <a:t>说明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C98EACDC-F43D-47B4-8E6F-4C612998E893}"/>
              </a:ext>
            </a:extLst>
          </p:cNvPr>
          <p:cNvSpPr/>
          <p:nvPr/>
        </p:nvSpPr>
        <p:spPr>
          <a:xfrm>
            <a:off x="1081404" y="2043492"/>
            <a:ext cx="2696210" cy="375285"/>
          </a:xfrm>
          <a:custGeom>
            <a:avLst/>
            <a:gdLst/>
            <a:ahLst/>
            <a:cxnLst/>
            <a:rect l="l" t="t" r="r" b="b"/>
            <a:pathLst>
              <a:path w="2696210" h="375285">
                <a:moveTo>
                  <a:pt x="0" y="62484"/>
                </a:moveTo>
                <a:lnTo>
                  <a:pt x="4910" y="38147"/>
                </a:lnTo>
                <a:lnTo>
                  <a:pt x="18302" y="18287"/>
                </a:lnTo>
                <a:lnTo>
                  <a:pt x="38163" y="4905"/>
                </a:lnTo>
                <a:lnTo>
                  <a:pt x="62484" y="0"/>
                </a:lnTo>
                <a:lnTo>
                  <a:pt x="2633472" y="0"/>
                </a:lnTo>
                <a:lnTo>
                  <a:pt x="2657808" y="4905"/>
                </a:lnTo>
                <a:lnTo>
                  <a:pt x="2677668" y="18287"/>
                </a:lnTo>
                <a:lnTo>
                  <a:pt x="2691050" y="38147"/>
                </a:lnTo>
                <a:lnTo>
                  <a:pt x="2695956" y="62484"/>
                </a:lnTo>
                <a:lnTo>
                  <a:pt x="2695956" y="312419"/>
                </a:lnTo>
                <a:lnTo>
                  <a:pt x="2691050" y="336756"/>
                </a:lnTo>
                <a:lnTo>
                  <a:pt x="2677668" y="356615"/>
                </a:lnTo>
                <a:lnTo>
                  <a:pt x="2657808" y="369998"/>
                </a:lnTo>
                <a:lnTo>
                  <a:pt x="2633472" y="374903"/>
                </a:lnTo>
                <a:lnTo>
                  <a:pt x="62484" y="374903"/>
                </a:lnTo>
                <a:lnTo>
                  <a:pt x="38163" y="369998"/>
                </a:lnTo>
                <a:lnTo>
                  <a:pt x="18302" y="356615"/>
                </a:lnTo>
                <a:lnTo>
                  <a:pt x="4910" y="336756"/>
                </a:lnTo>
                <a:lnTo>
                  <a:pt x="0" y="312419"/>
                </a:lnTo>
                <a:lnTo>
                  <a:pt x="0" y="62484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0146DB2E-A00D-4957-AD15-D90A9E33C63B}"/>
              </a:ext>
            </a:extLst>
          </p:cNvPr>
          <p:cNvSpPr txBox="1"/>
          <p:nvPr/>
        </p:nvSpPr>
        <p:spPr>
          <a:xfrm>
            <a:off x="1907158" y="2056065"/>
            <a:ext cx="1043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" dirty="0">
                <a:solidFill>
                  <a:srgbClr val="A6A6A6"/>
                </a:solidFill>
                <a:latin typeface="微软雅黑"/>
                <a:cs typeface="微软雅黑"/>
              </a:rPr>
              <a:t>项目概述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21F658B3-06D4-4BFD-8D3C-615245A0CC80}"/>
              </a:ext>
            </a:extLst>
          </p:cNvPr>
          <p:cNvSpPr/>
          <p:nvPr/>
        </p:nvSpPr>
        <p:spPr>
          <a:xfrm>
            <a:off x="1081404" y="2857308"/>
            <a:ext cx="2696210" cy="375285"/>
          </a:xfrm>
          <a:custGeom>
            <a:avLst/>
            <a:gdLst/>
            <a:ahLst/>
            <a:cxnLst/>
            <a:rect l="l" t="t" r="r" b="b"/>
            <a:pathLst>
              <a:path w="2696210" h="375285">
                <a:moveTo>
                  <a:pt x="0" y="62484"/>
                </a:moveTo>
                <a:lnTo>
                  <a:pt x="4910" y="38147"/>
                </a:lnTo>
                <a:lnTo>
                  <a:pt x="18302" y="18287"/>
                </a:lnTo>
                <a:lnTo>
                  <a:pt x="38163" y="4905"/>
                </a:lnTo>
                <a:lnTo>
                  <a:pt x="62484" y="0"/>
                </a:lnTo>
                <a:lnTo>
                  <a:pt x="2633472" y="0"/>
                </a:lnTo>
                <a:lnTo>
                  <a:pt x="2657808" y="4905"/>
                </a:lnTo>
                <a:lnTo>
                  <a:pt x="2677668" y="18287"/>
                </a:lnTo>
                <a:lnTo>
                  <a:pt x="2691050" y="38147"/>
                </a:lnTo>
                <a:lnTo>
                  <a:pt x="2695956" y="62484"/>
                </a:lnTo>
                <a:lnTo>
                  <a:pt x="2695956" y="312420"/>
                </a:lnTo>
                <a:lnTo>
                  <a:pt x="2691050" y="336756"/>
                </a:lnTo>
                <a:lnTo>
                  <a:pt x="2677668" y="356615"/>
                </a:lnTo>
                <a:lnTo>
                  <a:pt x="2657808" y="369998"/>
                </a:lnTo>
                <a:lnTo>
                  <a:pt x="2633472" y="374903"/>
                </a:lnTo>
                <a:lnTo>
                  <a:pt x="62484" y="374903"/>
                </a:lnTo>
                <a:lnTo>
                  <a:pt x="38163" y="369998"/>
                </a:lnTo>
                <a:lnTo>
                  <a:pt x="18302" y="356615"/>
                </a:lnTo>
                <a:lnTo>
                  <a:pt x="4910" y="336756"/>
                </a:lnTo>
                <a:lnTo>
                  <a:pt x="0" y="312420"/>
                </a:lnTo>
                <a:lnTo>
                  <a:pt x="0" y="62484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9">
            <a:extLst>
              <a:ext uri="{FF2B5EF4-FFF2-40B4-BE49-F238E27FC236}">
                <a16:creationId xmlns:a16="http://schemas.microsoft.com/office/drawing/2014/main" id="{F587BC19-FD02-4FCF-83EC-7D006FBA2DCC}"/>
              </a:ext>
            </a:extLst>
          </p:cNvPr>
          <p:cNvSpPr txBox="1"/>
          <p:nvPr/>
        </p:nvSpPr>
        <p:spPr>
          <a:xfrm>
            <a:off x="1907158" y="2869577"/>
            <a:ext cx="1043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latin typeface="微软雅黑"/>
                <a:cs typeface="微软雅黑"/>
              </a:rPr>
              <a:t>设计约束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35CAB8E5-403D-463D-9633-A1226C2054DA}"/>
              </a:ext>
            </a:extLst>
          </p:cNvPr>
          <p:cNvSpPr/>
          <p:nvPr/>
        </p:nvSpPr>
        <p:spPr>
          <a:xfrm>
            <a:off x="1081404" y="3587304"/>
            <a:ext cx="2696210" cy="376555"/>
          </a:xfrm>
          <a:custGeom>
            <a:avLst/>
            <a:gdLst/>
            <a:ahLst/>
            <a:cxnLst/>
            <a:rect l="l" t="t" r="r" b="b"/>
            <a:pathLst>
              <a:path w="2696210" h="376554">
                <a:moveTo>
                  <a:pt x="0" y="62737"/>
                </a:moveTo>
                <a:lnTo>
                  <a:pt x="4930" y="38308"/>
                </a:lnTo>
                <a:lnTo>
                  <a:pt x="18376" y="18367"/>
                </a:lnTo>
                <a:lnTo>
                  <a:pt x="38319" y="4927"/>
                </a:lnTo>
                <a:lnTo>
                  <a:pt x="62737" y="0"/>
                </a:lnTo>
                <a:lnTo>
                  <a:pt x="2633218" y="0"/>
                </a:lnTo>
                <a:lnTo>
                  <a:pt x="2657647" y="4927"/>
                </a:lnTo>
                <a:lnTo>
                  <a:pt x="2677588" y="18367"/>
                </a:lnTo>
                <a:lnTo>
                  <a:pt x="2691028" y="38308"/>
                </a:lnTo>
                <a:lnTo>
                  <a:pt x="2695956" y="62737"/>
                </a:lnTo>
                <a:lnTo>
                  <a:pt x="2695956" y="313689"/>
                </a:lnTo>
                <a:lnTo>
                  <a:pt x="2691028" y="338119"/>
                </a:lnTo>
                <a:lnTo>
                  <a:pt x="2677588" y="358060"/>
                </a:lnTo>
                <a:lnTo>
                  <a:pt x="2657647" y="371500"/>
                </a:lnTo>
                <a:lnTo>
                  <a:pt x="2633218" y="376427"/>
                </a:lnTo>
                <a:lnTo>
                  <a:pt x="62737" y="376427"/>
                </a:lnTo>
                <a:lnTo>
                  <a:pt x="38319" y="371500"/>
                </a:lnTo>
                <a:lnTo>
                  <a:pt x="18376" y="358060"/>
                </a:lnTo>
                <a:lnTo>
                  <a:pt x="4930" y="338119"/>
                </a:lnTo>
                <a:lnTo>
                  <a:pt x="0" y="313689"/>
                </a:lnTo>
                <a:lnTo>
                  <a:pt x="0" y="62737"/>
                </a:lnTo>
                <a:close/>
              </a:path>
            </a:pathLst>
          </a:custGeom>
          <a:ln w="12191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1">
            <a:extLst>
              <a:ext uri="{FF2B5EF4-FFF2-40B4-BE49-F238E27FC236}">
                <a16:creationId xmlns:a16="http://schemas.microsoft.com/office/drawing/2014/main" id="{13932F75-3D8E-4374-A2E4-4FCEFA43EC07}"/>
              </a:ext>
            </a:extLst>
          </p:cNvPr>
          <p:cNvSpPr txBox="1"/>
          <p:nvPr/>
        </p:nvSpPr>
        <p:spPr>
          <a:xfrm>
            <a:off x="1652395" y="3600766"/>
            <a:ext cx="15544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0000"/>
                </a:solidFill>
                <a:latin typeface="微软雅黑"/>
                <a:cs typeface="微软雅黑"/>
              </a:rPr>
              <a:t>功能结构设计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8E3D5FED-76E1-4106-8386-13DB705B6E49}"/>
              </a:ext>
            </a:extLst>
          </p:cNvPr>
          <p:cNvSpPr/>
          <p:nvPr/>
        </p:nvSpPr>
        <p:spPr>
          <a:xfrm>
            <a:off x="1081404" y="4084128"/>
            <a:ext cx="2696210" cy="375285"/>
          </a:xfrm>
          <a:custGeom>
            <a:avLst/>
            <a:gdLst/>
            <a:ahLst/>
            <a:cxnLst/>
            <a:rect l="l" t="t" r="r" b="b"/>
            <a:pathLst>
              <a:path w="2696210" h="375285">
                <a:moveTo>
                  <a:pt x="0" y="62483"/>
                </a:moveTo>
                <a:lnTo>
                  <a:pt x="4910" y="38147"/>
                </a:lnTo>
                <a:lnTo>
                  <a:pt x="18302" y="18287"/>
                </a:lnTo>
                <a:lnTo>
                  <a:pt x="38163" y="4905"/>
                </a:lnTo>
                <a:lnTo>
                  <a:pt x="62484" y="0"/>
                </a:lnTo>
                <a:lnTo>
                  <a:pt x="2633472" y="0"/>
                </a:lnTo>
                <a:lnTo>
                  <a:pt x="2657808" y="4905"/>
                </a:lnTo>
                <a:lnTo>
                  <a:pt x="2677668" y="18287"/>
                </a:lnTo>
                <a:lnTo>
                  <a:pt x="2691050" y="38147"/>
                </a:lnTo>
                <a:lnTo>
                  <a:pt x="2695956" y="62483"/>
                </a:lnTo>
                <a:lnTo>
                  <a:pt x="2695956" y="312419"/>
                </a:lnTo>
                <a:lnTo>
                  <a:pt x="2691050" y="336756"/>
                </a:lnTo>
                <a:lnTo>
                  <a:pt x="2677668" y="356615"/>
                </a:lnTo>
                <a:lnTo>
                  <a:pt x="2657808" y="369998"/>
                </a:lnTo>
                <a:lnTo>
                  <a:pt x="2633472" y="374903"/>
                </a:lnTo>
                <a:lnTo>
                  <a:pt x="62484" y="374903"/>
                </a:lnTo>
                <a:lnTo>
                  <a:pt x="38163" y="369998"/>
                </a:lnTo>
                <a:lnTo>
                  <a:pt x="18302" y="356615"/>
                </a:lnTo>
                <a:lnTo>
                  <a:pt x="4910" y="336756"/>
                </a:lnTo>
                <a:lnTo>
                  <a:pt x="0" y="312419"/>
                </a:lnTo>
                <a:lnTo>
                  <a:pt x="0" y="62483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3">
            <a:extLst>
              <a:ext uri="{FF2B5EF4-FFF2-40B4-BE49-F238E27FC236}">
                <a16:creationId xmlns:a16="http://schemas.microsoft.com/office/drawing/2014/main" id="{61721869-3F23-4823-8836-B90E7752C2C2}"/>
              </a:ext>
            </a:extLst>
          </p:cNvPr>
          <p:cNvSpPr txBox="1"/>
          <p:nvPr/>
        </p:nvSpPr>
        <p:spPr>
          <a:xfrm>
            <a:off x="1652395" y="4096397"/>
            <a:ext cx="15544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0000"/>
                </a:solidFill>
                <a:latin typeface="微软雅黑"/>
                <a:cs typeface="微软雅黑"/>
              </a:rPr>
              <a:t>数据结构设计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5" name="object 14">
            <a:extLst>
              <a:ext uri="{FF2B5EF4-FFF2-40B4-BE49-F238E27FC236}">
                <a16:creationId xmlns:a16="http://schemas.microsoft.com/office/drawing/2014/main" id="{DCF36243-7FCF-46B4-8013-3719B683443D}"/>
              </a:ext>
            </a:extLst>
          </p:cNvPr>
          <p:cNvSpPr/>
          <p:nvPr/>
        </p:nvSpPr>
        <p:spPr>
          <a:xfrm>
            <a:off x="1081404" y="4571809"/>
            <a:ext cx="2696210" cy="375285"/>
          </a:xfrm>
          <a:custGeom>
            <a:avLst/>
            <a:gdLst/>
            <a:ahLst/>
            <a:cxnLst/>
            <a:rect l="l" t="t" r="r" b="b"/>
            <a:pathLst>
              <a:path w="2696210" h="375285">
                <a:moveTo>
                  <a:pt x="0" y="62484"/>
                </a:moveTo>
                <a:lnTo>
                  <a:pt x="4910" y="38147"/>
                </a:lnTo>
                <a:lnTo>
                  <a:pt x="18302" y="18288"/>
                </a:lnTo>
                <a:lnTo>
                  <a:pt x="38163" y="4905"/>
                </a:lnTo>
                <a:lnTo>
                  <a:pt x="62484" y="0"/>
                </a:lnTo>
                <a:lnTo>
                  <a:pt x="2633472" y="0"/>
                </a:lnTo>
                <a:lnTo>
                  <a:pt x="2657808" y="4905"/>
                </a:lnTo>
                <a:lnTo>
                  <a:pt x="2677668" y="18287"/>
                </a:lnTo>
                <a:lnTo>
                  <a:pt x="2691050" y="38147"/>
                </a:lnTo>
                <a:lnTo>
                  <a:pt x="2695956" y="62484"/>
                </a:lnTo>
                <a:lnTo>
                  <a:pt x="2695956" y="312420"/>
                </a:lnTo>
                <a:lnTo>
                  <a:pt x="2691050" y="336756"/>
                </a:lnTo>
                <a:lnTo>
                  <a:pt x="2677668" y="356616"/>
                </a:lnTo>
                <a:lnTo>
                  <a:pt x="2657808" y="369998"/>
                </a:lnTo>
                <a:lnTo>
                  <a:pt x="2633472" y="374904"/>
                </a:lnTo>
                <a:lnTo>
                  <a:pt x="62484" y="374904"/>
                </a:lnTo>
                <a:lnTo>
                  <a:pt x="38163" y="369998"/>
                </a:lnTo>
                <a:lnTo>
                  <a:pt x="18302" y="356616"/>
                </a:lnTo>
                <a:lnTo>
                  <a:pt x="4910" y="336756"/>
                </a:lnTo>
                <a:lnTo>
                  <a:pt x="0" y="312420"/>
                </a:lnTo>
                <a:lnTo>
                  <a:pt x="0" y="62484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95165167-8AE7-486D-9F34-1CB048A6954C}"/>
              </a:ext>
            </a:extLst>
          </p:cNvPr>
          <p:cNvSpPr txBox="1"/>
          <p:nvPr/>
        </p:nvSpPr>
        <p:spPr>
          <a:xfrm>
            <a:off x="1652395" y="4584382"/>
            <a:ext cx="15544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0000"/>
                </a:solidFill>
                <a:latin typeface="微软雅黑"/>
                <a:cs typeface="微软雅黑"/>
              </a:rPr>
              <a:t>用户界面设计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8" name="object 16">
            <a:extLst>
              <a:ext uri="{FF2B5EF4-FFF2-40B4-BE49-F238E27FC236}">
                <a16:creationId xmlns:a16="http://schemas.microsoft.com/office/drawing/2014/main" id="{E8F8DB10-0498-4552-A651-69AD24B187F2}"/>
              </a:ext>
            </a:extLst>
          </p:cNvPr>
          <p:cNvSpPr/>
          <p:nvPr/>
        </p:nvSpPr>
        <p:spPr>
          <a:xfrm>
            <a:off x="1081404" y="5356668"/>
            <a:ext cx="2696210" cy="375285"/>
          </a:xfrm>
          <a:custGeom>
            <a:avLst/>
            <a:gdLst/>
            <a:ahLst/>
            <a:cxnLst/>
            <a:rect l="l" t="t" r="r" b="b"/>
            <a:pathLst>
              <a:path w="2696210" h="375285">
                <a:moveTo>
                  <a:pt x="0" y="62484"/>
                </a:moveTo>
                <a:lnTo>
                  <a:pt x="4910" y="38147"/>
                </a:lnTo>
                <a:lnTo>
                  <a:pt x="18302" y="18287"/>
                </a:lnTo>
                <a:lnTo>
                  <a:pt x="38163" y="4905"/>
                </a:lnTo>
                <a:lnTo>
                  <a:pt x="62484" y="0"/>
                </a:lnTo>
                <a:lnTo>
                  <a:pt x="2633472" y="0"/>
                </a:lnTo>
                <a:lnTo>
                  <a:pt x="2657808" y="4905"/>
                </a:lnTo>
                <a:lnTo>
                  <a:pt x="2677668" y="18287"/>
                </a:lnTo>
                <a:lnTo>
                  <a:pt x="2691050" y="38147"/>
                </a:lnTo>
                <a:lnTo>
                  <a:pt x="2695956" y="62484"/>
                </a:lnTo>
                <a:lnTo>
                  <a:pt x="2695956" y="312419"/>
                </a:lnTo>
                <a:lnTo>
                  <a:pt x="2691050" y="336740"/>
                </a:lnTo>
                <a:lnTo>
                  <a:pt x="2677668" y="356601"/>
                </a:lnTo>
                <a:lnTo>
                  <a:pt x="2657808" y="369993"/>
                </a:lnTo>
                <a:lnTo>
                  <a:pt x="2633472" y="374903"/>
                </a:lnTo>
                <a:lnTo>
                  <a:pt x="62484" y="374903"/>
                </a:lnTo>
                <a:lnTo>
                  <a:pt x="38163" y="369993"/>
                </a:lnTo>
                <a:lnTo>
                  <a:pt x="18302" y="356601"/>
                </a:lnTo>
                <a:lnTo>
                  <a:pt x="4910" y="336740"/>
                </a:lnTo>
                <a:lnTo>
                  <a:pt x="0" y="312419"/>
                </a:lnTo>
                <a:lnTo>
                  <a:pt x="0" y="62484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7">
            <a:extLst>
              <a:ext uri="{FF2B5EF4-FFF2-40B4-BE49-F238E27FC236}">
                <a16:creationId xmlns:a16="http://schemas.microsoft.com/office/drawing/2014/main" id="{F3179D80-A50A-40E1-8F02-034E0ABC7B20}"/>
              </a:ext>
            </a:extLst>
          </p:cNvPr>
          <p:cNvSpPr txBox="1"/>
          <p:nvPr/>
        </p:nvSpPr>
        <p:spPr>
          <a:xfrm>
            <a:off x="1907158" y="5370486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latin typeface="微软雅黑"/>
                <a:cs typeface="微软雅黑"/>
              </a:rPr>
              <a:t>总体设计</a:t>
            </a:r>
            <a:endParaRPr sz="2000">
              <a:latin typeface="微软雅黑"/>
              <a:cs typeface="微软雅黑"/>
            </a:endParaRPr>
          </a:p>
        </p:txBody>
      </p:sp>
      <p:grpSp>
        <p:nvGrpSpPr>
          <p:cNvPr id="30" name="object 18">
            <a:extLst>
              <a:ext uri="{FF2B5EF4-FFF2-40B4-BE49-F238E27FC236}">
                <a16:creationId xmlns:a16="http://schemas.microsoft.com/office/drawing/2014/main" id="{530BA1E7-64EC-4501-9001-8550C93A975F}"/>
              </a:ext>
            </a:extLst>
          </p:cNvPr>
          <p:cNvGrpSpPr/>
          <p:nvPr/>
        </p:nvGrpSpPr>
        <p:grpSpPr>
          <a:xfrm>
            <a:off x="839088" y="3002089"/>
            <a:ext cx="3083560" cy="2586990"/>
            <a:chOff x="838200" y="3189732"/>
            <a:chExt cx="3083560" cy="2586990"/>
          </a:xfrm>
        </p:grpSpPr>
        <p:sp>
          <p:nvSpPr>
            <p:cNvPr id="31" name="object 19">
              <a:extLst>
                <a:ext uri="{FF2B5EF4-FFF2-40B4-BE49-F238E27FC236}">
                  <a16:creationId xmlns:a16="http://schemas.microsoft.com/office/drawing/2014/main" id="{7C9E41FF-ACE7-41F5-AEBB-E14A3FA84D1A}"/>
                </a:ext>
              </a:extLst>
            </p:cNvPr>
            <p:cNvSpPr/>
            <p:nvPr/>
          </p:nvSpPr>
          <p:spPr>
            <a:xfrm>
              <a:off x="838200" y="3189732"/>
              <a:ext cx="243204" cy="2586990"/>
            </a:xfrm>
            <a:custGeom>
              <a:avLst/>
              <a:gdLst/>
              <a:ahLst/>
              <a:cxnLst/>
              <a:rect l="l" t="t" r="r" b="b"/>
              <a:pathLst>
                <a:path w="243205" h="2586990">
                  <a:moveTo>
                    <a:pt x="156209" y="0"/>
                  </a:moveTo>
                  <a:lnTo>
                    <a:pt x="156209" y="86867"/>
                  </a:lnTo>
                  <a:lnTo>
                    <a:pt x="214121" y="57912"/>
                  </a:lnTo>
                  <a:lnTo>
                    <a:pt x="170687" y="57912"/>
                  </a:lnTo>
                  <a:lnTo>
                    <a:pt x="170687" y="28955"/>
                  </a:lnTo>
                  <a:lnTo>
                    <a:pt x="214122" y="28955"/>
                  </a:lnTo>
                  <a:lnTo>
                    <a:pt x="156209" y="0"/>
                  </a:lnTo>
                  <a:close/>
                </a:path>
                <a:path w="243205" h="2586990">
                  <a:moveTo>
                    <a:pt x="156209" y="28955"/>
                  </a:moveTo>
                  <a:lnTo>
                    <a:pt x="141731" y="28955"/>
                  </a:lnTo>
                  <a:lnTo>
                    <a:pt x="141731" y="57912"/>
                  </a:lnTo>
                  <a:lnTo>
                    <a:pt x="156209" y="57912"/>
                  </a:lnTo>
                  <a:lnTo>
                    <a:pt x="156209" y="28955"/>
                  </a:lnTo>
                  <a:close/>
                </a:path>
                <a:path w="243205" h="2586990">
                  <a:moveTo>
                    <a:pt x="214122" y="28955"/>
                  </a:moveTo>
                  <a:lnTo>
                    <a:pt x="170687" y="28955"/>
                  </a:lnTo>
                  <a:lnTo>
                    <a:pt x="170687" y="57912"/>
                  </a:lnTo>
                  <a:lnTo>
                    <a:pt x="214121" y="57912"/>
                  </a:lnTo>
                  <a:lnTo>
                    <a:pt x="243078" y="43433"/>
                  </a:lnTo>
                  <a:lnTo>
                    <a:pt x="214122" y="28955"/>
                  </a:lnTo>
                  <a:close/>
                </a:path>
                <a:path w="243205" h="2586990">
                  <a:moveTo>
                    <a:pt x="112775" y="28955"/>
                  </a:moveTo>
                  <a:lnTo>
                    <a:pt x="83819" y="28955"/>
                  </a:lnTo>
                  <a:lnTo>
                    <a:pt x="83819" y="57912"/>
                  </a:lnTo>
                  <a:lnTo>
                    <a:pt x="112775" y="57912"/>
                  </a:lnTo>
                  <a:lnTo>
                    <a:pt x="112775" y="28955"/>
                  </a:lnTo>
                  <a:close/>
                </a:path>
                <a:path w="243205" h="2586990">
                  <a:moveTo>
                    <a:pt x="54863" y="28955"/>
                  </a:moveTo>
                  <a:lnTo>
                    <a:pt x="25908" y="28955"/>
                  </a:lnTo>
                  <a:lnTo>
                    <a:pt x="25908" y="57912"/>
                  </a:lnTo>
                  <a:lnTo>
                    <a:pt x="54863" y="57912"/>
                  </a:lnTo>
                  <a:lnTo>
                    <a:pt x="54863" y="28955"/>
                  </a:lnTo>
                  <a:close/>
                </a:path>
                <a:path w="243205" h="2586990">
                  <a:moveTo>
                    <a:pt x="28956" y="60959"/>
                  </a:moveTo>
                  <a:lnTo>
                    <a:pt x="0" y="60959"/>
                  </a:lnTo>
                  <a:lnTo>
                    <a:pt x="0" y="89915"/>
                  </a:lnTo>
                  <a:lnTo>
                    <a:pt x="28956" y="89915"/>
                  </a:lnTo>
                  <a:lnTo>
                    <a:pt x="28956" y="60959"/>
                  </a:lnTo>
                  <a:close/>
                </a:path>
                <a:path w="243205" h="2586990">
                  <a:moveTo>
                    <a:pt x="28956" y="118871"/>
                  </a:moveTo>
                  <a:lnTo>
                    <a:pt x="0" y="118871"/>
                  </a:lnTo>
                  <a:lnTo>
                    <a:pt x="0" y="147827"/>
                  </a:lnTo>
                  <a:lnTo>
                    <a:pt x="28956" y="147827"/>
                  </a:lnTo>
                  <a:lnTo>
                    <a:pt x="28956" y="118871"/>
                  </a:lnTo>
                  <a:close/>
                </a:path>
                <a:path w="243205" h="2586990">
                  <a:moveTo>
                    <a:pt x="28956" y="176783"/>
                  </a:moveTo>
                  <a:lnTo>
                    <a:pt x="0" y="176783"/>
                  </a:lnTo>
                  <a:lnTo>
                    <a:pt x="0" y="205739"/>
                  </a:lnTo>
                  <a:lnTo>
                    <a:pt x="28956" y="205739"/>
                  </a:lnTo>
                  <a:lnTo>
                    <a:pt x="28956" y="176783"/>
                  </a:lnTo>
                  <a:close/>
                </a:path>
                <a:path w="243205" h="2586990">
                  <a:moveTo>
                    <a:pt x="28956" y="234695"/>
                  </a:moveTo>
                  <a:lnTo>
                    <a:pt x="0" y="234695"/>
                  </a:lnTo>
                  <a:lnTo>
                    <a:pt x="0" y="263651"/>
                  </a:lnTo>
                  <a:lnTo>
                    <a:pt x="28956" y="263651"/>
                  </a:lnTo>
                  <a:lnTo>
                    <a:pt x="28956" y="234695"/>
                  </a:lnTo>
                  <a:close/>
                </a:path>
                <a:path w="243205" h="2586990">
                  <a:moveTo>
                    <a:pt x="28956" y="292607"/>
                  </a:moveTo>
                  <a:lnTo>
                    <a:pt x="0" y="292607"/>
                  </a:lnTo>
                  <a:lnTo>
                    <a:pt x="0" y="321563"/>
                  </a:lnTo>
                  <a:lnTo>
                    <a:pt x="28956" y="321563"/>
                  </a:lnTo>
                  <a:lnTo>
                    <a:pt x="28956" y="292607"/>
                  </a:lnTo>
                  <a:close/>
                </a:path>
                <a:path w="243205" h="2586990">
                  <a:moveTo>
                    <a:pt x="28956" y="350519"/>
                  </a:moveTo>
                  <a:lnTo>
                    <a:pt x="0" y="350519"/>
                  </a:lnTo>
                  <a:lnTo>
                    <a:pt x="0" y="379475"/>
                  </a:lnTo>
                  <a:lnTo>
                    <a:pt x="28956" y="379475"/>
                  </a:lnTo>
                  <a:lnTo>
                    <a:pt x="28956" y="350519"/>
                  </a:lnTo>
                  <a:close/>
                </a:path>
                <a:path w="243205" h="2586990">
                  <a:moveTo>
                    <a:pt x="28956" y="408431"/>
                  </a:moveTo>
                  <a:lnTo>
                    <a:pt x="0" y="408431"/>
                  </a:lnTo>
                  <a:lnTo>
                    <a:pt x="0" y="437387"/>
                  </a:lnTo>
                  <a:lnTo>
                    <a:pt x="28956" y="437387"/>
                  </a:lnTo>
                  <a:lnTo>
                    <a:pt x="28956" y="408431"/>
                  </a:lnTo>
                  <a:close/>
                </a:path>
                <a:path w="243205" h="2586990">
                  <a:moveTo>
                    <a:pt x="28956" y="466343"/>
                  </a:moveTo>
                  <a:lnTo>
                    <a:pt x="0" y="466343"/>
                  </a:lnTo>
                  <a:lnTo>
                    <a:pt x="0" y="495299"/>
                  </a:lnTo>
                  <a:lnTo>
                    <a:pt x="28956" y="495299"/>
                  </a:lnTo>
                  <a:lnTo>
                    <a:pt x="28956" y="466343"/>
                  </a:lnTo>
                  <a:close/>
                </a:path>
                <a:path w="243205" h="2586990">
                  <a:moveTo>
                    <a:pt x="28956" y="524255"/>
                  </a:moveTo>
                  <a:lnTo>
                    <a:pt x="0" y="524255"/>
                  </a:lnTo>
                  <a:lnTo>
                    <a:pt x="0" y="553211"/>
                  </a:lnTo>
                  <a:lnTo>
                    <a:pt x="28956" y="553211"/>
                  </a:lnTo>
                  <a:lnTo>
                    <a:pt x="28956" y="524255"/>
                  </a:lnTo>
                  <a:close/>
                </a:path>
                <a:path w="243205" h="2586990">
                  <a:moveTo>
                    <a:pt x="28956" y="582167"/>
                  </a:moveTo>
                  <a:lnTo>
                    <a:pt x="0" y="582167"/>
                  </a:lnTo>
                  <a:lnTo>
                    <a:pt x="0" y="611123"/>
                  </a:lnTo>
                  <a:lnTo>
                    <a:pt x="28956" y="611123"/>
                  </a:lnTo>
                  <a:lnTo>
                    <a:pt x="28956" y="582167"/>
                  </a:lnTo>
                  <a:close/>
                </a:path>
                <a:path w="243205" h="2586990">
                  <a:moveTo>
                    <a:pt x="28956" y="640079"/>
                  </a:moveTo>
                  <a:lnTo>
                    <a:pt x="0" y="640079"/>
                  </a:lnTo>
                  <a:lnTo>
                    <a:pt x="0" y="669035"/>
                  </a:lnTo>
                  <a:lnTo>
                    <a:pt x="28956" y="669035"/>
                  </a:lnTo>
                  <a:lnTo>
                    <a:pt x="28956" y="640079"/>
                  </a:lnTo>
                  <a:close/>
                </a:path>
                <a:path w="243205" h="2586990">
                  <a:moveTo>
                    <a:pt x="28956" y="697991"/>
                  </a:moveTo>
                  <a:lnTo>
                    <a:pt x="0" y="697991"/>
                  </a:lnTo>
                  <a:lnTo>
                    <a:pt x="0" y="726947"/>
                  </a:lnTo>
                  <a:lnTo>
                    <a:pt x="28956" y="726947"/>
                  </a:lnTo>
                  <a:lnTo>
                    <a:pt x="28956" y="697991"/>
                  </a:lnTo>
                  <a:close/>
                </a:path>
                <a:path w="243205" h="2586990">
                  <a:moveTo>
                    <a:pt x="28956" y="755903"/>
                  </a:moveTo>
                  <a:lnTo>
                    <a:pt x="0" y="755903"/>
                  </a:lnTo>
                  <a:lnTo>
                    <a:pt x="0" y="784859"/>
                  </a:lnTo>
                  <a:lnTo>
                    <a:pt x="28956" y="784859"/>
                  </a:lnTo>
                  <a:lnTo>
                    <a:pt x="28956" y="755903"/>
                  </a:lnTo>
                  <a:close/>
                </a:path>
                <a:path w="243205" h="2586990">
                  <a:moveTo>
                    <a:pt x="28956" y="813815"/>
                  </a:moveTo>
                  <a:lnTo>
                    <a:pt x="0" y="813815"/>
                  </a:lnTo>
                  <a:lnTo>
                    <a:pt x="0" y="842771"/>
                  </a:lnTo>
                  <a:lnTo>
                    <a:pt x="28956" y="842771"/>
                  </a:lnTo>
                  <a:lnTo>
                    <a:pt x="28956" y="813815"/>
                  </a:lnTo>
                  <a:close/>
                </a:path>
                <a:path w="243205" h="2586990">
                  <a:moveTo>
                    <a:pt x="28956" y="871727"/>
                  </a:moveTo>
                  <a:lnTo>
                    <a:pt x="0" y="871727"/>
                  </a:lnTo>
                  <a:lnTo>
                    <a:pt x="0" y="900683"/>
                  </a:lnTo>
                  <a:lnTo>
                    <a:pt x="28956" y="900683"/>
                  </a:lnTo>
                  <a:lnTo>
                    <a:pt x="28956" y="871727"/>
                  </a:lnTo>
                  <a:close/>
                </a:path>
                <a:path w="243205" h="2586990">
                  <a:moveTo>
                    <a:pt x="28956" y="929639"/>
                  </a:moveTo>
                  <a:lnTo>
                    <a:pt x="0" y="929639"/>
                  </a:lnTo>
                  <a:lnTo>
                    <a:pt x="0" y="958595"/>
                  </a:lnTo>
                  <a:lnTo>
                    <a:pt x="28956" y="958595"/>
                  </a:lnTo>
                  <a:lnTo>
                    <a:pt x="28956" y="929639"/>
                  </a:lnTo>
                  <a:close/>
                </a:path>
                <a:path w="243205" h="2586990">
                  <a:moveTo>
                    <a:pt x="28956" y="987551"/>
                  </a:moveTo>
                  <a:lnTo>
                    <a:pt x="0" y="987551"/>
                  </a:lnTo>
                  <a:lnTo>
                    <a:pt x="0" y="1016507"/>
                  </a:lnTo>
                  <a:lnTo>
                    <a:pt x="28956" y="1016507"/>
                  </a:lnTo>
                  <a:lnTo>
                    <a:pt x="28956" y="987551"/>
                  </a:lnTo>
                  <a:close/>
                </a:path>
                <a:path w="243205" h="2586990">
                  <a:moveTo>
                    <a:pt x="28956" y="1045463"/>
                  </a:moveTo>
                  <a:lnTo>
                    <a:pt x="0" y="1045463"/>
                  </a:lnTo>
                  <a:lnTo>
                    <a:pt x="0" y="1074419"/>
                  </a:lnTo>
                  <a:lnTo>
                    <a:pt x="28956" y="1074419"/>
                  </a:lnTo>
                  <a:lnTo>
                    <a:pt x="28956" y="1045463"/>
                  </a:lnTo>
                  <a:close/>
                </a:path>
                <a:path w="243205" h="2586990">
                  <a:moveTo>
                    <a:pt x="28956" y="1103375"/>
                  </a:moveTo>
                  <a:lnTo>
                    <a:pt x="0" y="1103375"/>
                  </a:lnTo>
                  <a:lnTo>
                    <a:pt x="0" y="1132331"/>
                  </a:lnTo>
                  <a:lnTo>
                    <a:pt x="28956" y="1132331"/>
                  </a:lnTo>
                  <a:lnTo>
                    <a:pt x="28956" y="1103375"/>
                  </a:lnTo>
                  <a:close/>
                </a:path>
                <a:path w="243205" h="2586990">
                  <a:moveTo>
                    <a:pt x="28956" y="1161287"/>
                  </a:moveTo>
                  <a:lnTo>
                    <a:pt x="0" y="1161287"/>
                  </a:lnTo>
                  <a:lnTo>
                    <a:pt x="0" y="1190243"/>
                  </a:lnTo>
                  <a:lnTo>
                    <a:pt x="28956" y="1190243"/>
                  </a:lnTo>
                  <a:lnTo>
                    <a:pt x="28956" y="1161287"/>
                  </a:lnTo>
                  <a:close/>
                </a:path>
                <a:path w="243205" h="2586990">
                  <a:moveTo>
                    <a:pt x="28956" y="1219199"/>
                  </a:moveTo>
                  <a:lnTo>
                    <a:pt x="0" y="1219199"/>
                  </a:lnTo>
                  <a:lnTo>
                    <a:pt x="0" y="1248155"/>
                  </a:lnTo>
                  <a:lnTo>
                    <a:pt x="28956" y="1248155"/>
                  </a:lnTo>
                  <a:lnTo>
                    <a:pt x="28956" y="1219199"/>
                  </a:lnTo>
                  <a:close/>
                </a:path>
                <a:path w="243205" h="2586990">
                  <a:moveTo>
                    <a:pt x="28956" y="1277111"/>
                  </a:moveTo>
                  <a:lnTo>
                    <a:pt x="0" y="1277111"/>
                  </a:lnTo>
                  <a:lnTo>
                    <a:pt x="0" y="1306067"/>
                  </a:lnTo>
                  <a:lnTo>
                    <a:pt x="28956" y="1306067"/>
                  </a:lnTo>
                  <a:lnTo>
                    <a:pt x="28956" y="1277111"/>
                  </a:lnTo>
                  <a:close/>
                </a:path>
                <a:path w="243205" h="2586990">
                  <a:moveTo>
                    <a:pt x="28956" y="1335023"/>
                  </a:moveTo>
                  <a:lnTo>
                    <a:pt x="0" y="1335023"/>
                  </a:lnTo>
                  <a:lnTo>
                    <a:pt x="0" y="1363979"/>
                  </a:lnTo>
                  <a:lnTo>
                    <a:pt x="28956" y="1363979"/>
                  </a:lnTo>
                  <a:lnTo>
                    <a:pt x="28956" y="1335023"/>
                  </a:lnTo>
                  <a:close/>
                </a:path>
                <a:path w="243205" h="2586990">
                  <a:moveTo>
                    <a:pt x="28956" y="1392935"/>
                  </a:moveTo>
                  <a:lnTo>
                    <a:pt x="0" y="1392935"/>
                  </a:lnTo>
                  <a:lnTo>
                    <a:pt x="0" y="1421891"/>
                  </a:lnTo>
                  <a:lnTo>
                    <a:pt x="28956" y="1421891"/>
                  </a:lnTo>
                  <a:lnTo>
                    <a:pt x="28956" y="1392935"/>
                  </a:lnTo>
                  <a:close/>
                </a:path>
                <a:path w="243205" h="2586990">
                  <a:moveTo>
                    <a:pt x="28956" y="1450847"/>
                  </a:moveTo>
                  <a:lnTo>
                    <a:pt x="0" y="1450847"/>
                  </a:lnTo>
                  <a:lnTo>
                    <a:pt x="0" y="1479803"/>
                  </a:lnTo>
                  <a:lnTo>
                    <a:pt x="28956" y="1479803"/>
                  </a:lnTo>
                  <a:lnTo>
                    <a:pt x="28956" y="1450847"/>
                  </a:lnTo>
                  <a:close/>
                </a:path>
                <a:path w="243205" h="2586990">
                  <a:moveTo>
                    <a:pt x="28956" y="1508759"/>
                  </a:moveTo>
                  <a:lnTo>
                    <a:pt x="0" y="1508759"/>
                  </a:lnTo>
                  <a:lnTo>
                    <a:pt x="0" y="1537715"/>
                  </a:lnTo>
                  <a:lnTo>
                    <a:pt x="28956" y="1537715"/>
                  </a:lnTo>
                  <a:lnTo>
                    <a:pt x="28956" y="1508759"/>
                  </a:lnTo>
                  <a:close/>
                </a:path>
                <a:path w="243205" h="2586990">
                  <a:moveTo>
                    <a:pt x="28956" y="1566671"/>
                  </a:moveTo>
                  <a:lnTo>
                    <a:pt x="0" y="1566671"/>
                  </a:lnTo>
                  <a:lnTo>
                    <a:pt x="0" y="1595627"/>
                  </a:lnTo>
                  <a:lnTo>
                    <a:pt x="28956" y="1595627"/>
                  </a:lnTo>
                  <a:lnTo>
                    <a:pt x="28956" y="1566671"/>
                  </a:lnTo>
                  <a:close/>
                </a:path>
                <a:path w="243205" h="2586990">
                  <a:moveTo>
                    <a:pt x="28956" y="1624583"/>
                  </a:moveTo>
                  <a:lnTo>
                    <a:pt x="0" y="1624583"/>
                  </a:lnTo>
                  <a:lnTo>
                    <a:pt x="0" y="1653539"/>
                  </a:lnTo>
                  <a:lnTo>
                    <a:pt x="28956" y="1653539"/>
                  </a:lnTo>
                  <a:lnTo>
                    <a:pt x="28956" y="1624583"/>
                  </a:lnTo>
                  <a:close/>
                </a:path>
                <a:path w="243205" h="2586990">
                  <a:moveTo>
                    <a:pt x="28956" y="1682495"/>
                  </a:moveTo>
                  <a:lnTo>
                    <a:pt x="0" y="1682495"/>
                  </a:lnTo>
                  <a:lnTo>
                    <a:pt x="0" y="1711451"/>
                  </a:lnTo>
                  <a:lnTo>
                    <a:pt x="28956" y="1711451"/>
                  </a:lnTo>
                  <a:lnTo>
                    <a:pt x="28956" y="1682495"/>
                  </a:lnTo>
                  <a:close/>
                </a:path>
                <a:path w="243205" h="2586990">
                  <a:moveTo>
                    <a:pt x="28956" y="1740407"/>
                  </a:moveTo>
                  <a:lnTo>
                    <a:pt x="0" y="1740407"/>
                  </a:lnTo>
                  <a:lnTo>
                    <a:pt x="0" y="1769363"/>
                  </a:lnTo>
                  <a:lnTo>
                    <a:pt x="28956" y="1769363"/>
                  </a:lnTo>
                  <a:lnTo>
                    <a:pt x="28956" y="1740407"/>
                  </a:lnTo>
                  <a:close/>
                </a:path>
                <a:path w="243205" h="2586990">
                  <a:moveTo>
                    <a:pt x="28956" y="1798319"/>
                  </a:moveTo>
                  <a:lnTo>
                    <a:pt x="0" y="1798319"/>
                  </a:lnTo>
                  <a:lnTo>
                    <a:pt x="0" y="1827275"/>
                  </a:lnTo>
                  <a:lnTo>
                    <a:pt x="28956" y="1827275"/>
                  </a:lnTo>
                  <a:lnTo>
                    <a:pt x="28956" y="1798319"/>
                  </a:lnTo>
                  <a:close/>
                </a:path>
                <a:path w="243205" h="2586990">
                  <a:moveTo>
                    <a:pt x="28956" y="1856231"/>
                  </a:moveTo>
                  <a:lnTo>
                    <a:pt x="0" y="1856231"/>
                  </a:lnTo>
                  <a:lnTo>
                    <a:pt x="0" y="1885187"/>
                  </a:lnTo>
                  <a:lnTo>
                    <a:pt x="28956" y="1885187"/>
                  </a:lnTo>
                  <a:lnTo>
                    <a:pt x="28956" y="1856231"/>
                  </a:lnTo>
                  <a:close/>
                </a:path>
                <a:path w="243205" h="2586990">
                  <a:moveTo>
                    <a:pt x="28956" y="1914143"/>
                  </a:moveTo>
                  <a:lnTo>
                    <a:pt x="0" y="1914143"/>
                  </a:lnTo>
                  <a:lnTo>
                    <a:pt x="0" y="1943099"/>
                  </a:lnTo>
                  <a:lnTo>
                    <a:pt x="28956" y="1943099"/>
                  </a:lnTo>
                  <a:lnTo>
                    <a:pt x="28956" y="1914143"/>
                  </a:lnTo>
                  <a:close/>
                </a:path>
                <a:path w="243205" h="2586990">
                  <a:moveTo>
                    <a:pt x="28956" y="1972055"/>
                  </a:moveTo>
                  <a:lnTo>
                    <a:pt x="0" y="1972055"/>
                  </a:lnTo>
                  <a:lnTo>
                    <a:pt x="0" y="2001011"/>
                  </a:lnTo>
                  <a:lnTo>
                    <a:pt x="28956" y="2001011"/>
                  </a:lnTo>
                  <a:lnTo>
                    <a:pt x="28956" y="1972055"/>
                  </a:lnTo>
                  <a:close/>
                </a:path>
                <a:path w="243205" h="2586990">
                  <a:moveTo>
                    <a:pt x="28956" y="2029967"/>
                  </a:moveTo>
                  <a:lnTo>
                    <a:pt x="0" y="2029967"/>
                  </a:lnTo>
                  <a:lnTo>
                    <a:pt x="0" y="2058923"/>
                  </a:lnTo>
                  <a:lnTo>
                    <a:pt x="28956" y="2058923"/>
                  </a:lnTo>
                  <a:lnTo>
                    <a:pt x="28956" y="2029967"/>
                  </a:lnTo>
                  <a:close/>
                </a:path>
                <a:path w="243205" h="2586990">
                  <a:moveTo>
                    <a:pt x="28956" y="2087879"/>
                  </a:moveTo>
                  <a:lnTo>
                    <a:pt x="0" y="2087879"/>
                  </a:lnTo>
                  <a:lnTo>
                    <a:pt x="0" y="2116835"/>
                  </a:lnTo>
                  <a:lnTo>
                    <a:pt x="28956" y="2116835"/>
                  </a:lnTo>
                  <a:lnTo>
                    <a:pt x="28956" y="2087879"/>
                  </a:lnTo>
                  <a:close/>
                </a:path>
                <a:path w="243205" h="2586990">
                  <a:moveTo>
                    <a:pt x="28956" y="2145791"/>
                  </a:moveTo>
                  <a:lnTo>
                    <a:pt x="0" y="2145791"/>
                  </a:lnTo>
                  <a:lnTo>
                    <a:pt x="0" y="2174747"/>
                  </a:lnTo>
                  <a:lnTo>
                    <a:pt x="28956" y="2174747"/>
                  </a:lnTo>
                  <a:lnTo>
                    <a:pt x="28956" y="2145791"/>
                  </a:lnTo>
                  <a:close/>
                </a:path>
                <a:path w="243205" h="2586990">
                  <a:moveTo>
                    <a:pt x="28956" y="2203704"/>
                  </a:moveTo>
                  <a:lnTo>
                    <a:pt x="0" y="2203704"/>
                  </a:lnTo>
                  <a:lnTo>
                    <a:pt x="0" y="2232659"/>
                  </a:lnTo>
                  <a:lnTo>
                    <a:pt x="28956" y="2232659"/>
                  </a:lnTo>
                  <a:lnTo>
                    <a:pt x="28956" y="2203704"/>
                  </a:lnTo>
                  <a:close/>
                </a:path>
                <a:path w="243205" h="2586990">
                  <a:moveTo>
                    <a:pt x="28956" y="2261616"/>
                  </a:moveTo>
                  <a:lnTo>
                    <a:pt x="0" y="2261616"/>
                  </a:lnTo>
                  <a:lnTo>
                    <a:pt x="0" y="2290571"/>
                  </a:lnTo>
                  <a:lnTo>
                    <a:pt x="28956" y="2290571"/>
                  </a:lnTo>
                  <a:lnTo>
                    <a:pt x="28956" y="2261616"/>
                  </a:lnTo>
                  <a:close/>
                </a:path>
                <a:path w="243205" h="2586990">
                  <a:moveTo>
                    <a:pt x="28956" y="2319528"/>
                  </a:moveTo>
                  <a:lnTo>
                    <a:pt x="0" y="2319528"/>
                  </a:lnTo>
                  <a:lnTo>
                    <a:pt x="0" y="2348483"/>
                  </a:lnTo>
                  <a:lnTo>
                    <a:pt x="28956" y="2348483"/>
                  </a:lnTo>
                  <a:lnTo>
                    <a:pt x="28956" y="2319528"/>
                  </a:lnTo>
                  <a:close/>
                </a:path>
                <a:path w="243205" h="2586990">
                  <a:moveTo>
                    <a:pt x="28956" y="2377440"/>
                  </a:moveTo>
                  <a:lnTo>
                    <a:pt x="0" y="2377440"/>
                  </a:lnTo>
                  <a:lnTo>
                    <a:pt x="0" y="2406395"/>
                  </a:lnTo>
                  <a:lnTo>
                    <a:pt x="28956" y="2406395"/>
                  </a:lnTo>
                  <a:lnTo>
                    <a:pt x="28956" y="2377440"/>
                  </a:lnTo>
                  <a:close/>
                </a:path>
                <a:path w="243205" h="2586990">
                  <a:moveTo>
                    <a:pt x="28956" y="2435352"/>
                  </a:moveTo>
                  <a:lnTo>
                    <a:pt x="0" y="2435352"/>
                  </a:lnTo>
                  <a:lnTo>
                    <a:pt x="0" y="2464307"/>
                  </a:lnTo>
                  <a:lnTo>
                    <a:pt x="28956" y="2464307"/>
                  </a:lnTo>
                  <a:lnTo>
                    <a:pt x="28956" y="2435352"/>
                  </a:lnTo>
                  <a:close/>
                </a:path>
                <a:path w="243205" h="2586990">
                  <a:moveTo>
                    <a:pt x="28956" y="2493264"/>
                  </a:moveTo>
                  <a:lnTo>
                    <a:pt x="0" y="2493264"/>
                  </a:lnTo>
                  <a:lnTo>
                    <a:pt x="0" y="2522219"/>
                  </a:lnTo>
                  <a:lnTo>
                    <a:pt x="28956" y="2522219"/>
                  </a:lnTo>
                  <a:lnTo>
                    <a:pt x="28956" y="2493264"/>
                  </a:lnTo>
                  <a:close/>
                </a:path>
                <a:path w="243205" h="2586990">
                  <a:moveTo>
                    <a:pt x="51447" y="2528684"/>
                  </a:moveTo>
                  <a:lnTo>
                    <a:pt x="22491" y="2528684"/>
                  </a:lnTo>
                  <a:lnTo>
                    <a:pt x="22491" y="2557640"/>
                  </a:lnTo>
                  <a:lnTo>
                    <a:pt x="51447" y="2557640"/>
                  </a:lnTo>
                  <a:lnTo>
                    <a:pt x="51447" y="2528684"/>
                  </a:lnTo>
                  <a:close/>
                </a:path>
                <a:path w="243205" h="2586990">
                  <a:moveTo>
                    <a:pt x="109359" y="2528684"/>
                  </a:moveTo>
                  <a:lnTo>
                    <a:pt x="80403" y="2528684"/>
                  </a:lnTo>
                  <a:lnTo>
                    <a:pt x="80403" y="2557640"/>
                  </a:lnTo>
                  <a:lnTo>
                    <a:pt x="109359" y="2557640"/>
                  </a:lnTo>
                  <a:lnTo>
                    <a:pt x="109359" y="2528684"/>
                  </a:lnTo>
                  <a:close/>
                </a:path>
                <a:path w="243205" h="2586990">
                  <a:moveTo>
                    <a:pt x="156209" y="2499728"/>
                  </a:moveTo>
                  <a:lnTo>
                    <a:pt x="156209" y="2586596"/>
                  </a:lnTo>
                  <a:lnTo>
                    <a:pt x="214121" y="2557640"/>
                  </a:lnTo>
                  <a:lnTo>
                    <a:pt x="167271" y="2557640"/>
                  </a:lnTo>
                  <a:lnTo>
                    <a:pt x="167271" y="2528684"/>
                  </a:lnTo>
                  <a:lnTo>
                    <a:pt x="214122" y="2528684"/>
                  </a:lnTo>
                  <a:lnTo>
                    <a:pt x="156209" y="2499728"/>
                  </a:lnTo>
                  <a:close/>
                </a:path>
                <a:path w="243205" h="2586990">
                  <a:moveTo>
                    <a:pt x="156209" y="2528684"/>
                  </a:moveTo>
                  <a:lnTo>
                    <a:pt x="138315" y="2528684"/>
                  </a:lnTo>
                  <a:lnTo>
                    <a:pt x="138315" y="2557640"/>
                  </a:lnTo>
                  <a:lnTo>
                    <a:pt x="156209" y="2557640"/>
                  </a:lnTo>
                  <a:lnTo>
                    <a:pt x="156209" y="2528684"/>
                  </a:lnTo>
                  <a:close/>
                </a:path>
                <a:path w="243205" h="2586990">
                  <a:moveTo>
                    <a:pt x="214122" y="2528684"/>
                  </a:moveTo>
                  <a:lnTo>
                    <a:pt x="167271" y="2528684"/>
                  </a:lnTo>
                  <a:lnTo>
                    <a:pt x="167271" y="2557640"/>
                  </a:lnTo>
                  <a:lnTo>
                    <a:pt x="214121" y="2557640"/>
                  </a:lnTo>
                  <a:lnTo>
                    <a:pt x="243078" y="2543162"/>
                  </a:lnTo>
                  <a:lnTo>
                    <a:pt x="214122" y="252868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0">
              <a:extLst>
                <a:ext uri="{FF2B5EF4-FFF2-40B4-BE49-F238E27FC236}">
                  <a16:creationId xmlns:a16="http://schemas.microsoft.com/office/drawing/2014/main" id="{102C912A-4909-44CC-96BF-40F1DC1129CF}"/>
                </a:ext>
              </a:extLst>
            </p:cNvPr>
            <p:cNvSpPr/>
            <p:nvPr/>
          </p:nvSpPr>
          <p:spPr>
            <a:xfrm>
              <a:off x="933450" y="3649218"/>
              <a:ext cx="2973705" cy="1708785"/>
            </a:xfrm>
            <a:custGeom>
              <a:avLst/>
              <a:gdLst/>
              <a:ahLst/>
              <a:cxnLst/>
              <a:rect l="l" t="t" r="r" b="b"/>
              <a:pathLst>
                <a:path w="2973704" h="1708785">
                  <a:moveTo>
                    <a:pt x="0" y="124967"/>
                  </a:moveTo>
                  <a:lnTo>
                    <a:pt x="9819" y="76295"/>
                  </a:lnTo>
                  <a:lnTo>
                    <a:pt x="36598" y="36575"/>
                  </a:lnTo>
                  <a:lnTo>
                    <a:pt x="76316" y="9810"/>
                  </a:lnTo>
                  <a:lnTo>
                    <a:pt x="124955" y="0"/>
                  </a:lnTo>
                  <a:lnTo>
                    <a:pt x="2848355" y="0"/>
                  </a:lnTo>
                  <a:lnTo>
                    <a:pt x="2897028" y="9810"/>
                  </a:lnTo>
                  <a:lnTo>
                    <a:pt x="2936748" y="36575"/>
                  </a:lnTo>
                  <a:lnTo>
                    <a:pt x="2963513" y="76295"/>
                  </a:lnTo>
                  <a:lnTo>
                    <a:pt x="2973324" y="124967"/>
                  </a:lnTo>
                  <a:lnTo>
                    <a:pt x="2973324" y="1583435"/>
                  </a:lnTo>
                  <a:lnTo>
                    <a:pt x="2963513" y="1632108"/>
                  </a:lnTo>
                  <a:lnTo>
                    <a:pt x="2936748" y="1671827"/>
                  </a:lnTo>
                  <a:lnTo>
                    <a:pt x="2897028" y="1698593"/>
                  </a:lnTo>
                  <a:lnTo>
                    <a:pt x="2848355" y="1708403"/>
                  </a:lnTo>
                  <a:lnTo>
                    <a:pt x="124955" y="1708403"/>
                  </a:lnTo>
                  <a:lnTo>
                    <a:pt x="76316" y="1698593"/>
                  </a:lnTo>
                  <a:lnTo>
                    <a:pt x="36598" y="1671827"/>
                  </a:lnTo>
                  <a:lnTo>
                    <a:pt x="9819" y="1632108"/>
                  </a:lnTo>
                  <a:lnTo>
                    <a:pt x="0" y="1583435"/>
                  </a:lnTo>
                  <a:lnTo>
                    <a:pt x="0" y="124967"/>
                  </a:lnTo>
                  <a:close/>
                </a:path>
              </a:pathLst>
            </a:custGeom>
            <a:ln w="2895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21">
            <a:extLst>
              <a:ext uri="{FF2B5EF4-FFF2-40B4-BE49-F238E27FC236}">
                <a16:creationId xmlns:a16="http://schemas.microsoft.com/office/drawing/2014/main" id="{D3232C30-89AB-47EB-840A-558533C208B7}"/>
              </a:ext>
            </a:extLst>
          </p:cNvPr>
          <p:cNvSpPr/>
          <p:nvPr/>
        </p:nvSpPr>
        <p:spPr>
          <a:xfrm>
            <a:off x="1081404" y="6085141"/>
            <a:ext cx="2696210" cy="375285"/>
          </a:xfrm>
          <a:custGeom>
            <a:avLst/>
            <a:gdLst/>
            <a:ahLst/>
            <a:cxnLst/>
            <a:rect l="l" t="t" r="r" b="b"/>
            <a:pathLst>
              <a:path w="2696210" h="375284">
                <a:moveTo>
                  <a:pt x="0" y="62483"/>
                </a:moveTo>
                <a:lnTo>
                  <a:pt x="4910" y="38163"/>
                </a:lnTo>
                <a:lnTo>
                  <a:pt x="18302" y="18302"/>
                </a:lnTo>
                <a:lnTo>
                  <a:pt x="38163" y="4910"/>
                </a:lnTo>
                <a:lnTo>
                  <a:pt x="62484" y="0"/>
                </a:lnTo>
                <a:lnTo>
                  <a:pt x="2633472" y="0"/>
                </a:lnTo>
                <a:lnTo>
                  <a:pt x="2657808" y="4910"/>
                </a:lnTo>
                <a:lnTo>
                  <a:pt x="2677668" y="18302"/>
                </a:lnTo>
                <a:lnTo>
                  <a:pt x="2691050" y="38163"/>
                </a:lnTo>
                <a:lnTo>
                  <a:pt x="2695956" y="62483"/>
                </a:lnTo>
                <a:lnTo>
                  <a:pt x="2695956" y="312419"/>
                </a:lnTo>
                <a:lnTo>
                  <a:pt x="2691050" y="336740"/>
                </a:lnTo>
                <a:lnTo>
                  <a:pt x="2677668" y="356601"/>
                </a:lnTo>
                <a:lnTo>
                  <a:pt x="2657808" y="369993"/>
                </a:lnTo>
                <a:lnTo>
                  <a:pt x="2633472" y="374903"/>
                </a:lnTo>
                <a:lnTo>
                  <a:pt x="62484" y="374903"/>
                </a:lnTo>
                <a:lnTo>
                  <a:pt x="38163" y="369993"/>
                </a:lnTo>
                <a:lnTo>
                  <a:pt x="18302" y="356601"/>
                </a:lnTo>
                <a:lnTo>
                  <a:pt x="4910" y="336740"/>
                </a:lnTo>
                <a:lnTo>
                  <a:pt x="0" y="312419"/>
                </a:lnTo>
                <a:lnTo>
                  <a:pt x="0" y="62483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E26A0006-7A13-471C-AD02-DB176DDFF904}"/>
              </a:ext>
            </a:extLst>
          </p:cNvPr>
          <p:cNvSpPr txBox="1"/>
          <p:nvPr/>
        </p:nvSpPr>
        <p:spPr>
          <a:xfrm>
            <a:off x="1780665" y="6098348"/>
            <a:ext cx="1297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solidFill>
                  <a:srgbClr val="A6A6A6"/>
                </a:solidFill>
                <a:latin typeface="微软雅黑"/>
                <a:cs typeface="微软雅黑"/>
              </a:rPr>
              <a:t>环境与部署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5" name="object 23">
            <a:extLst>
              <a:ext uri="{FF2B5EF4-FFF2-40B4-BE49-F238E27FC236}">
                <a16:creationId xmlns:a16="http://schemas.microsoft.com/office/drawing/2014/main" id="{5AA8E04F-F906-4269-B33A-EFCACC18900D}"/>
              </a:ext>
            </a:extLst>
          </p:cNvPr>
          <p:cNvSpPr txBox="1"/>
          <p:nvPr/>
        </p:nvSpPr>
        <p:spPr>
          <a:xfrm>
            <a:off x="4216398" y="1537601"/>
            <a:ext cx="3055620" cy="819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77315" algn="l"/>
                <a:tab pos="2231390" algn="l"/>
              </a:tabLst>
            </a:pPr>
            <a:r>
              <a:rPr sz="1600" spc="-25" dirty="0">
                <a:solidFill>
                  <a:srgbClr val="00AFEF"/>
                </a:solidFill>
                <a:latin typeface="微软雅黑"/>
                <a:cs typeface="微软雅黑"/>
              </a:rPr>
              <a:t>文档说</a:t>
            </a:r>
            <a:r>
              <a:rPr sz="1600" spc="-50" dirty="0">
                <a:solidFill>
                  <a:srgbClr val="00AFEF"/>
                </a:solidFill>
                <a:latin typeface="微软雅黑"/>
                <a:cs typeface="微软雅黑"/>
              </a:rPr>
              <a:t>明</a:t>
            </a:r>
            <a:r>
              <a:rPr sz="1600" dirty="0">
                <a:solidFill>
                  <a:srgbClr val="00AFEF"/>
                </a:solidFill>
                <a:latin typeface="微软雅黑"/>
                <a:cs typeface="微软雅黑"/>
              </a:rPr>
              <a:t>	</a:t>
            </a:r>
            <a:r>
              <a:rPr sz="1600" spc="-30" dirty="0">
                <a:solidFill>
                  <a:srgbClr val="00AFEF"/>
                </a:solidFill>
                <a:latin typeface="微软雅黑"/>
                <a:cs typeface="微软雅黑"/>
              </a:rPr>
              <a:t>术</a:t>
            </a:r>
            <a:r>
              <a:rPr sz="1600" spc="-50" dirty="0">
                <a:solidFill>
                  <a:srgbClr val="00AFEF"/>
                </a:solidFill>
                <a:latin typeface="微软雅黑"/>
                <a:cs typeface="微软雅黑"/>
              </a:rPr>
              <a:t>语</a:t>
            </a:r>
            <a:r>
              <a:rPr sz="1600" dirty="0">
                <a:solidFill>
                  <a:srgbClr val="00AFEF"/>
                </a:solidFill>
                <a:latin typeface="微软雅黑"/>
                <a:cs typeface="微软雅黑"/>
              </a:rPr>
              <a:t>	</a:t>
            </a:r>
            <a:r>
              <a:rPr sz="1600" spc="-30" dirty="0">
                <a:solidFill>
                  <a:srgbClr val="00AFEF"/>
                </a:solidFill>
                <a:latin typeface="微软雅黑"/>
                <a:cs typeface="微软雅黑"/>
              </a:rPr>
              <a:t>参考资</a:t>
            </a:r>
            <a:r>
              <a:rPr sz="1600" spc="-50" dirty="0">
                <a:solidFill>
                  <a:srgbClr val="00AFEF"/>
                </a:solidFill>
                <a:latin typeface="微软雅黑"/>
                <a:cs typeface="微软雅黑"/>
              </a:rPr>
              <a:t>料</a:t>
            </a:r>
            <a:endParaRPr sz="1600">
              <a:latin typeface="微软雅黑"/>
              <a:cs typeface="微软雅黑"/>
            </a:endParaRPr>
          </a:p>
          <a:p>
            <a:pPr marL="52069">
              <a:lnSpc>
                <a:spcPct val="100000"/>
              </a:lnSpc>
              <a:spcBef>
                <a:spcPts val="2410"/>
              </a:spcBef>
            </a:pPr>
            <a:r>
              <a:rPr sz="1600" spc="-35" dirty="0">
                <a:solidFill>
                  <a:srgbClr val="00AFEF"/>
                </a:solidFill>
                <a:latin typeface="微软雅黑"/>
                <a:cs typeface="微软雅黑"/>
              </a:rPr>
              <a:t>对需求说明的概述与摘要复述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6" name="object 24">
            <a:extLst>
              <a:ext uri="{FF2B5EF4-FFF2-40B4-BE49-F238E27FC236}">
                <a16:creationId xmlns:a16="http://schemas.microsoft.com/office/drawing/2014/main" id="{40DEAC0B-628B-460A-8A9A-C5E51833FD86}"/>
              </a:ext>
            </a:extLst>
          </p:cNvPr>
          <p:cNvSpPr txBox="1"/>
          <p:nvPr/>
        </p:nvSpPr>
        <p:spPr>
          <a:xfrm>
            <a:off x="4256277" y="2883598"/>
            <a:ext cx="67227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solidFill>
                  <a:srgbClr val="00AFEF"/>
                </a:solidFill>
                <a:latin typeface="微软雅黑"/>
                <a:cs typeface="微软雅黑"/>
              </a:rPr>
              <a:t>技术设计的初步，与后面总体设计呼应，对技术选项做一些前期的结构规划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7" name="object 25">
            <a:extLst>
              <a:ext uri="{FF2B5EF4-FFF2-40B4-BE49-F238E27FC236}">
                <a16:creationId xmlns:a16="http://schemas.microsoft.com/office/drawing/2014/main" id="{0786BFD0-E38B-47E6-8380-35B462AEF458}"/>
              </a:ext>
            </a:extLst>
          </p:cNvPr>
          <p:cNvSpPr txBox="1"/>
          <p:nvPr/>
        </p:nvSpPr>
        <p:spPr>
          <a:xfrm>
            <a:off x="4256277" y="3939476"/>
            <a:ext cx="55137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00AFEF"/>
                </a:solidFill>
                <a:latin typeface="微软雅黑"/>
                <a:cs typeface="微软雅黑"/>
              </a:rPr>
              <a:t>三个核心规格设计，</a:t>
            </a:r>
            <a:r>
              <a:rPr sz="1600" spc="-20" dirty="0">
                <a:solidFill>
                  <a:srgbClr val="00AFEF"/>
                </a:solidFill>
                <a:latin typeface="微软雅黑"/>
                <a:cs typeface="微软雅黑"/>
              </a:rPr>
              <a:t>UI</a:t>
            </a:r>
            <a:r>
              <a:rPr sz="1600" spc="-30" dirty="0">
                <a:solidFill>
                  <a:srgbClr val="00AFEF"/>
                </a:solidFill>
                <a:latin typeface="微软雅黑"/>
                <a:cs typeface="微软雅黑"/>
              </a:rPr>
              <a:t>是因为其重要性，作为单独的一部分。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8" name="object 26">
            <a:extLst>
              <a:ext uri="{FF2B5EF4-FFF2-40B4-BE49-F238E27FC236}">
                <a16:creationId xmlns:a16="http://schemas.microsoft.com/office/drawing/2014/main" id="{84E52E3B-C6DA-42FA-88A8-6A526E66F978}"/>
              </a:ext>
            </a:extLst>
          </p:cNvPr>
          <p:cNvSpPr txBox="1"/>
          <p:nvPr/>
        </p:nvSpPr>
        <p:spPr>
          <a:xfrm>
            <a:off x="4256277" y="5435104"/>
            <a:ext cx="53016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solidFill>
                  <a:srgbClr val="00AFEF"/>
                </a:solidFill>
                <a:latin typeface="微软雅黑"/>
                <a:cs typeface="微软雅黑"/>
              </a:rPr>
              <a:t>功能与数据结构，界面结构出来后，这里做技术选型与依据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9" name="object 27">
            <a:extLst>
              <a:ext uri="{FF2B5EF4-FFF2-40B4-BE49-F238E27FC236}">
                <a16:creationId xmlns:a16="http://schemas.microsoft.com/office/drawing/2014/main" id="{DD21EF82-D660-4198-A668-E17C8290E44A}"/>
              </a:ext>
            </a:extLst>
          </p:cNvPr>
          <p:cNvSpPr txBox="1"/>
          <p:nvPr/>
        </p:nvSpPr>
        <p:spPr>
          <a:xfrm>
            <a:off x="4256277" y="6112369"/>
            <a:ext cx="26606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solidFill>
                  <a:srgbClr val="00AFEF"/>
                </a:solidFill>
                <a:latin typeface="微软雅黑"/>
                <a:cs typeface="微软雅黑"/>
              </a:rPr>
              <a:t>这个部分对接后面的开发环境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40" name="object 28">
            <a:extLst>
              <a:ext uri="{FF2B5EF4-FFF2-40B4-BE49-F238E27FC236}">
                <a16:creationId xmlns:a16="http://schemas.microsoft.com/office/drawing/2014/main" id="{35CA1F81-C310-4C14-A58E-62345F43FEFC}"/>
              </a:ext>
            </a:extLst>
          </p:cNvPr>
          <p:cNvSpPr txBox="1"/>
          <p:nvPr/>
        </p:nvSpPr>
        <p:spPr>
          <a:xfrm>
            <a:off x="4282820" y="4458220"/>
            <a:ext cx="38785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5" dirty="0">
                <a:solidFill>
                  <a:srgbClr val="A6A6A6"/>
                </a:solidFill>
                <a:latin typeface="微软雅黑"/>
                <a:cs typeface="微软雅黑"/>
              </a:rPr>
              <a:t>备注：这三个部分需要前后反复迭代设计。</a:t>
            </a:r>
            <a:endParaRPr sz="16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554169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spc="-25" dirty="0">
                <a:solidFill>
                  <a:srgbClr val="C00000"/>
                </a:solidFill>
              </a:rPr>
              <a:t>2.</a:t>
            </a:r>
            <a:r>
              <a:rPr lang="zh-CN" altLang="en-US" sz="2800" spc="-25" dirty="0">
                <a:solidFill>
                  <a:srgbClr val="C00000"/>
                </a:solidFill>
              </a:rPr>
              <a:t> </a:t>
            </a:r>
            <a:r>
              <a:rPr lang="zh-CN" altLang="en-US" sz="2800" spc="-10" dirty="0">
                <a:solidFill>
                  <a:srgbClr val="C00000"/>
                </a:solidFill>
              </a:rPr>
              <a:t>功能结构抽取</a:t>
            </a:r>
            <a:endParaRPr lang="zh-CN" altLang="en-US" sz="28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object 4">
            <a:extLst>
              <a:ext uri="{FF2B5EF4-FFF2-40B4-BE49-F238E27FC236}">
                <a16:creationId xmlns:a16="http://schemas.microsoft.com/office/drawing/2014/main" id="{9CEF0A40-8962-48CD-AD9B-E1E5944A54F0}"/>
              </a:ext>
            </a:extLst>
          </p:cNvPr>
          <p:cNvSpPr/>
          <p:nvPr/>
        </p:nvSpPr>
        <p:spPr>
          <a:xfrm>
            <a:off x="946403" y="2906267"/>
            <a:ext cx="2697480" cy="375285"/>
          </a:xfrm>
          <a:custGeom>
            <a:avLst/>
            <a:gdLst/>
            <a:ahLst/>
            <a:cxnLst/>
            <a:rect l="l" t="t" r="r" b="b"/>
            <a:pathLst>
              <a:path w="2697479" h="375285">
                <a:moveTo>
                  <a:pt x="0" y="62484"/>
                </a:moveTo>
                <a:lnTo>
                  <a:pt x="4910" y="38147"/>
                </a:lnTo>
                <a:lnTo>
                  <a:pt x="18302" y="18287"/>
                </a:lnTo>
                <a:lnTo>
                  <a:pt x="38163" y="4905"/>
                </a:lnTo>
                <a:lnTo>
                  <a:pt x="62484" y="0"/>
                </a:lnTo>
                <a:lnTo>
                  <a:pt x="2634996" y="0"/>
                </a:lnTo>
                <a:lnTo>
                  <a:pt x="2659332" y="4905"/>
                </a:lnTo>
                <a:lnTo>
                  <a:pt x="2679192" y="18288"/>
                </a:lnTo>
                <a:lnTo>
                  <a:pt x="2692574" y="38147"/>
                </a:lnTo>
                <a:lnTo>
                  <a:pt x="2697480" y="62484"/>
                </a:lnTo>
                <a:lnTo>
                  <a:pt x="2697480" y="312420"/>
                </a:lnTo>
                <a:lnTo>
                  <a:pt x="2692574" y="336756"/>
                </a:lnTo>
                <a:lnTo>
                  <a:pt x="2679192" y="356616"/>
                </a:lnTo>
                <a:lnTo>
                  <a:pt x="2659332" y="369998"/>
                </a:lnTo>
                <a:lnTo>
                  <a:pt x="2634996" y="374904"/>
                </a:lnTo>
                <a:lnTo>
                  <a:pt x="62484" y="374904"/>
                </a:lnTo>
                <a:lnTo>
                  <a:pt x="38163" y="369998"/>
                </a:lnTo>
                <a:lnTo>
                  <a:pt x="18302" y="356616"/>
                </a:lnTo>
                <a:lnTo>
                  <a:pt x="4910" y="336756"/>
                </a:lnTo>
                <a:lnTo>
                  <a:pt x="0" y="312420"/>
                </a:lnTo>
                <a:lnTo>
                  <a:pt x="0" y="62484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9B78147D-E7A9-454D-A46C-FEFDEA174C4E}"/>
              </a:ext>
            </a:extLst>
          </p:cNvPr>
          <p:cNvSpPr txBox="1"/>
          <p:nvPr/>
        </p:nvSpPr>
        <p:spPr>
          <a:xfrm>
            <a:off x="1773173" y="2918841"/>
            <a:ext cx="1043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FF0000"/>
                </a:solidFill>
                <a:latin typeface="微软雅黑"/>
                <a:cs typeface="微软雅黑"/>
              </a:rPr>
              <a:t>先有结构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870FED8C-0332-46F3-8E40-A780C6860A8E}"/>
              </a:ext>
            </a:extLst>
          </p:cNvPr>
          <p:cNvSpPr/>
          <p:nvPr/>
        </p:nvSpPr>
        <p:spPr>
          <a:xfrm>
            <a:off x="4916423" y="2961132"/>
            <a:ext cx="2697480" cy="375285"/>
          </a:xfrm>
          <a:custGeom>
            <a:avLst/>
            <a:gdLst/>
            <a:ahLst/>
            <a:cxnLst/>
            <a:rect l="l" t="t" r="r" b="b"/>
            <a:pathLst>
              <a:path w="2697479" h="375285">
                <a:moveTo>
                  <a:pt x="0" y="62483"/>
                </a:moveTo>
                <a:lnTo>
                  <a:pt x="4905" y="38147"/>
                </a:lnTo>
                <a:lnTo>
                  <a:pt x="18287" y="18287"/>
                </a:lnTo>
                <a:lnTo>
                  <a:pt x="38147" y="4905"/>
                </a:lnTo>
                <a:lnTo>
                  <a:pt x="62484" y="0"/>
                </a:lnTo>
                <a:lnTo>
                  <a:pt x="2634996" y="0"/>
                </a:lnTo>
                <a:lnTo>
                  <a:pt x="2659332" y="4905"/>
                </a:lnTo>
                <a:lnTo>
                  <a:pt x="2679192" y="18287"/>
                </a:lnTo>
                <a:lnTo>
                  <a:pt x="2692574" y="38147"/>
                </a:lnTo>
                <a:lnTo>
                  <a:pt x="2697479" y="62483"/>
                </a:lnTo>
                <a:lnTo>
                  <a:pt x="2697479" y="312419"/>
                </a:lnTo>
                <a:lnTo>
                  <a:pt x="2692574" y="336756"/>
                </a:lnTo>
                <a:lnTo>
                  <a:pt x="2679191" y="356615"/>
                </a:lnTo>
                <a:lnTo>
                  <a:pt x="2659332" y="369998"/>
                </a:lnTo>
                <a:lnTo>
                  <a:pt x="2634996" y="374903"/>
                </a:lnTo>
                <a:lnTo>
                  <a:pt x="62484" y="374903"/>
                </a:lnTo>
                <a:lnTo>
                  <a:pt x="38147" y="369998"/>
                </a:lnTo>
                <a:lnTo>
                  <a:pt x="18287" y="356615"/>
                </a:lnTo>
                <a:lnTo>
                  <a:pt x="4905" y="336756"/>
                </a:lnTo>
                <a:lnTo>
                  <a:pt x="0" y="312419"/>
                </a:lnTo>
                <a:lnTo>
                  <a:pt x="0" y="62483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227F1EE1-3E8D-4CCB-83B3-A21CC639280B}"/>
              </a:ext>
            </a:extLst>
          </p:cNvPr>
          <p:cNvSpPr txBox="1"/>
          <p:nvPr/>
        </p:nvSpPr>
        <p:spPr>
          <a:xfrm>
            <a:off x="5743447" y="2973705"/>
            <a:ext cx="1043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FF0000"/>
                </a:solidFill>
                <a:latin typeface="微软雅黑"/>
                <a:cs typeface="微软雅黑"/>
              </a:rPr>
              <a:t>优化结构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8">
            <a:extLst>
              <a:ext uri="{FF2B5EF4-FFF2-40B4-BE49-F238E27FC236}">
                <a16:creationId xmlns:a16="http://schemas.microsoft.com/office/drawing/2014/main" id="{1898B7BB-1B7D-42A1-BA08-C4F44BF904B0}"/>
              </a:ext>
            </a:extLst>
          </p:cNvPr>
          <p:cNvSpPr/>
          <p:nvPr/>
        </p:nvSpPr>
        <p:spPr>
          <a:xfrm>
            <a:off x="2945892" y="3896867"/>
            <a:ext cx="2697480" cy="1765300"/>
          </a:xfrm>
          <a:custGeom>
            <a:avLst/>
            <a:gdLst/>
            <a:ahLst/>
            <a:cxnLst/>
            <a:rect l="l" t="t" r="r" b="b"/>
            <a:pathLst>
              <a:path w="2697479" h="1765300">
                <a:moveTo>
                  <a:pt x="0" y="1452371"/>
                </a:moveTo>
                <a:lnTo>
                  <a:pt x="4905" y="1428035"/>
                </a:lnTo>
                <a:lnTo>
                  <a:pt x="18287" y="1408175"/>
                </a:lnTo>
                <a:lnTo>
                  <a:pt x="38147" y="1394793"/>
                </a:lnTo>
                <a:lnTo>
                  <a:pt x="62483" y="1389887"/>
                </a:lnTo>
                <a:lnTo>
                  <a:pt x="2634996" y="1389887"/>
                </a:lnTo>
                <a:lnTo>
                  <a:pt x="2659332" y="1394793"/>
                </a:lnTo>
                <a:lnTo>
                  <a:pt x="2679192" y="1408175"/>
                </a:lnTo>
                <a:lnTo>
                  <a:pt x="2692574" y="1428035"/>
                </a:lnTo>
                <a:lnTo>
                  <a:pt x="2697480" y="1452371"/>
                </a:lnTo>
                <a:lnTo>
                  <a:pt x="2697480" y="1702307"/>
                </a:lnTo>
                <a:lnTo>
                  <a:pt x="2692574" y="1726628"/>
                </a:lnTo>
                <a:lnTo>
                  <a:pt x="2679192" y="1746489"/>
                </a:lnTo>
                <a:lnTo>
                  <a:pt x="2659332" y="1759881"/>
                </a:lnTo>
                <a:lnTo>
                  <a:pt x="2634996" y="1764791"/>
                </a:lnTo>
                <a:lnTo>
                  <a:pt x="62483" y="1764791"/>
                </a:lnTo>
                <a:lnTo>
                  <a:pt x="38147" y="1759881"/>
                </a:lnTo>
                <a:lnTo>
                  <a:pt x="18287" y="1746489"/>
                </a:lnTo>
                <a:lnTo>
                  <a:pt x="4905" y="1726628"/>
                </a:lnTo>
                <a:lnTo>
                  <a:pt x="0" y="1702307"/>
                </a:lnTo>
                <a:lnTo>
                  <a:pt x="0" y="1452371"/>
                </a:lnTo>
                <a:close/>
              </a:path>
              <a:path w="2697479" h="1765300">
                <a:moveTo>
                  <a:pt x="0" y="757427"/>
                </a:moveTo>
                <a:lnTo>
                  <a:pt x="4905" y="733091"/>
                </a:lnTo>
                <a:lnTo>
                  <a:pt x="18287" y="713231"/>
                </a:lnTo>
                <a:lnTo>
                  <a:pt x="38147" y="699849"/>
                </a:lnTo>
                <a:lnTo>
                  <a:pt x="62483" y="694943"/>
                </a:lnTo>
                <a:lnTo>
                  <a:pt x="2634996" y="694943"/>
                </a:lnTo>
                <a:lnTo>
                  <a:pt x="2659332" y="699849"/>
                </a:lnTo>
                <a:lnTo>
                  <a:pt x="2679192" y="713231"/>
                </a:lnTo>
                <a:lnTo>
                  <a:pt x="2692574" y="733091"/>
                </a:lnTo>
                <a:lnTo>
                  <a:pt x="2697480" y="757427"/>
                </a:lnTo>
                <a:lnTo>
                  <a:pt x="2697480" y="1007363"/>
                </a:lnTo>
                <a:lnTo>
                  <a:pt x="2692574" y="1031700"/>
                </a:lnTo>
                <a:lnTo>
                  <a:pt x="2679192" y="1051559"/>
                </a:lnTo>
                <a:lnTo>
                  <a:pt x="2659332" y="1064942"/>
                </a:lnTo>
                <a:lnTo>
                  <a:pt x="2634996" y="1069847"/>
                </a:lnTo>
                <a:lnTo>
                  <a:pt x="62483" y="1069847"/>
                </a:lnTo>
                <a:lnTo>
                  <a:pt x="38147" y="1064942"/>
                </a:lnTo>
                <a:lnTo>
                  <a:pt x="18287" y="1051559"/>
                </a:lnTo>
                <a:lnTo>
                  <a:pt x="4905" y="1031700"/>
                </a:lnTo>
                <a:lnTo>
                  <a:pt x="0" y="1007363"/>
                </a:lnTo>
                <a:lnTo>
                  <a:pt x="0" y="757427"/>
                </a:lnTo>
                <a:close/>
              </a:path>
              <a:path w="2697479" h="1765300">
                <a:moveTo>
                  <a:pt x="0" y="62483"/>
                </a:moveTo>
                <a:lnTo>
                  <a:pt x="4905" y="38147"/>
                </a:lnTo>
                <a:lnTo>
                  <a:pt x="18287" y="18287"/>
                </a:lnTo>
                <a:lnTo>
                  <a:pt x="38147" y="4905"/>
                </a:lnTo>
                <a:lnTo>
                  <a:pt x="62483" y="0"/>
                </a:lnTo>
                <a:lnTo>
                  <a:pt x="2634996" y="0"/>
                </a:lnTo>
                <a:lnTo>
                  <a:pt x="2659332" y="4905"/>
                </a:lnTo>
                <a:lnTo>
                  <a:pt x="2679192" y="18287"/>
                </a:lnTo>
                <a:lnTo>
                  <a:pt x="2692574" y="38147"/>
                </a:lnTo>
                <a:lnTo>
                  <a:pt x="2697480" y="62483"/>
                </a:lnTo>
                <a:lnTo>
                  <a:pt x="2697480" y="312419"/>
                </a:lnTo>
                <a:lnTo>
                  <a:pt x="2692574" y="336756"/>
                </a:lnTo>
                <a:lnTo>
                  <a:pt x="2679192" y="356615"/>
                </a:lnTo>
                <a:lnTo>
                  <a:pt x="2659332" y="369998"/>
                </a:lnTo>
                <a:lnTo>
                  <a:pt x="2634996" y="374903"/>
                </a:lnTo>
                <a:lnTo>
                  <a:pt x="62483" y="374903"/>
                </a:lnTo>
                <a:lnTo>
                  <a:pt x="38147" y="369998"/>
                </a:lnTo>
                <a:lnTo>
                  <a:pt x="18287" y="356615"/>
                </a:lnTo>
                <a:lnTo>
                  <a:pt x="4905" y="336756"/>
                </a:lnTo>
                <a:lnTo>
                  <a:pt x="0" y="312419"/>
                </a:lnTo>
                <a:lnTo>
                  <a:pt x="0" y="62483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E5744B59-9D7C-4AB8-9F89-7D6A68DB645F}"/>
              </a:ext>
            </a:extLst>
          </p:cNvPr>
          <p:cNvSpPr txBox="1"/>
          <p:nvPr/>
        </p:nvSpPr>
        <p:spPr>
          <a:xfrm>
            <a:off x="3631184" y="3909821"/>
            <a:ext cx="1327150" cy="1721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latin typeface="微软雅黑"/>
                <a:cs typeface="微软雅黑"/>
              </a:rPr>
              <a:t>功能菜单</a:t>
            </a:r>
            <a:endParaRPr sz="2000">
              <a:latin typeface="微软雅黑"/>
              <a:cs typeface="微软雅黑"/>
            </a:endParaRPr>
          </a:p>
          <a:p>
            <a:pPr marL="12700" marR="5080" indent="141605">
              <a:lnSpc>
                <a:spcPts val="5470"/>
              </a:lnSpc>
              <a:spcBef>
                <a:spcPts val="500"/>
              </a:spcBef>
            </a:pPr>
            <a:r>
              <a:rPr sz="2000" b="1" spc="-20" dirty="0">
                <a:solidFill>
                  <a:srgbClr val="A6A6A6"/>
                </a:solidFill>
                <a:latin typeface="微软雅黑"/>
                <a:cs typeface="微软雅黑"/>
              </a:rPr>
              <a:t>功能入口</a:t>
            </a:r>
            <a:r>
              <a:rPr sz="2000" b="1" spc="-10" dirty="0">
                <a:solidFill>
                  <a:srgbClr val="A6A6A6"/>
                </a:solidFill>
                <a:latin typeface="微软雅黑"/>
                <a:cs typeface="微软雅黑"/>
              </a:rPr>
              <a:t>用户UI</a:t>
            </a:r>
            <a:r>
              <a:rPr sz="2000" b="1" spc="-30" dirty="0">
                <a:solidFill>
                  <a:srgbClr val="A6A6A6"/>
                </a:solidFill>
                <a:latin typeface="微软雅黑"/>
                <a:cs typeface="微软雅黑"/>
              </a:rPr>
              <a:t>设计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0" name="object 10">
            <a:extLst>
              <a:ext uri="{FF2B5EF4-FFF2-40B4-BE49-F238E27FC236}">
                <a16:creationId xmlns:a16="http://schemas.microsoft.com/office/drawing/2014/main" id="{317AE201-86FB-4A00-A11E-D3649BE74EBE}"/>
              </a:ext>
            </a:extLst>
          </p:cNvPr>
          <p:cNvSpPr/>
          <p:nvPr/>
        </p:nvSpPr>
        <p:spPr>
          <a:xfrm>
            <a:off x="2945892" y="1679448"/>
            <a:ext cx="2697480" cy="375285"/>
          </a:xfrm>
          <a:custGeom>
            <a:avLst/>
            <a:gdLst/>
            <a:ahLst/>
            <a:cxnLst/>
            <a:rect l="l" t="t" r="r" b="b"/>
            <a:pathLst>
              <a:path w="2697479" h="375285">
                <a:moveTo>
                  <a:pt x="0" y="62484"/>
                </a:moveTo>
                <a:lnTo>
                  <a:pt x="4905" y="38147"/>
                </a:lnTo>
                <a:lnTo>
                  <a:pt x="18287" y="18287"/>
                </a:lnTo>
                <a:lnTo>
                  <a:pt x="38147" y="4905"/>
                </a:lnTo>
                <a:lnTo>
                  <a:pt x="62483" y="0"/>
                </a:lnTo>
                <a:lnTo>
                  <a:pt x="2634996" y="0"/>
                </a:lnTo>
                <a:lnTo>
                  <a:pt x="2659332" y="4905"/>
                </a:lnTo>
                <a:lnTo>
                  <a:pt x="2679192" y="18287"/>
                </a:lnTo>
                <a:lnTo>
                  <a:pt x="2692574" y="38147"/>
                </a:lnTo>
                <a:lnTo>
                  <a:pt x="2697480" y="62484"/>
                </a:lnTo>
                <a:lnTo>
                  <a:pt x="2697480" y="312419"/>
                </a:lnTo>
                <a:lnTo>
                  <a:pt x="2692574" y="336756"/>
                </a:lnTo>
                <a:lnTo>
                  <a:pt x="2679192" y="356615"/>
                </a:lnTo>
                <a:lnTo>
                  <a:pt x="2659332" y="369998"/>
                </a:lnTo>
                <a:lnTo>
                  <a:pt x="2634996" y="374903"/>
                </a:lnTo>
                <a:lnTo>
                  <a:pt x="62483" y="374903"/>
                </a:lnTo>
                <a:lnTo>
                  <a:pt x="38147" y="369998"/>
                </a:lnTo>
                <a:lnTo>
                  <a:pt x="18287" y="356615"/>
                </a:lnTo>
                <a:lnTo>
                  <a:pt x="4905" y="336756"/>
                </a:lnTo>
                <a:lnTo>
                  <a:pt x="0" y="312419"/>
                </a:lnTo>
                <a:lnTo>
                  <a:pt x="0" y="62484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FC8833E4-B5EB-4E34-B839-7EA4F043DD7B}"/>
              </a:ext>
            </a:extLst>
          </p:cNvPr>
          <p:cNvSpPr txBox="1"/>
          <p:nvPr/>
        </p:nvSpPr>
        <p:spPr>
          <a:xfrm>
            <a:off x="3518408" y="1691767"/>
            <a:ext cx="1552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A6A6A6"/>
                </a:solidFill>
                <a:latin typeface="微软雅黑"/>
                <a:cs typeface="微软雅黑"/>
              </a:rPr>
              <a:t>数据结构设计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2" name="object 12">
            <a:extLst>
              <a:ext uri="{FF2B5EF4-FFF2-40B4-BE49-F238E27FC236}">
                <a16:creationId xmlns:a16="http://schemas.microsoft.com/office/drawing/2014/main" id="{719A9C5A-17DE-4445-ABBE-15BCE2B36985}"/>
              </a:ext>
            </a:extLst>
          </p:cNvPr>
          <p:cNvSpPr/>
          <p:nvPr/>
        </p:nvSpPr>
        <p:spPr>
          <a:xfrm>
            <a:off x="2286000" y="1829561"/>
            <a:ext cx="4018279" cy="3458210"/>
          </a:xfrm>
          <a:custGeom>
            <a:avLst/>
            <a:gdLst/>
            <a:ahLst/>
            <a:cxnLst/>
            <a:rect l="l" t="t" r="r" b="b"/>
            <a:pathLst>
              <a:path w="4018279" h="3458210">
                <a:moveTo>
                  <a:pt x="19812" y="2244852"/>
                </a:moveTo>
                <a:lnTo>
                  <a:pt x="0" y="2244852"/>
                </a:lnTo>
                <a:lnTo>
                  <a:pt x="0" y="2265172"/>
                </a:lnTo>
                <a:lnTo>
                  <a:pt x="19304" y="2265172"/>
                </a:lnTo>
                <a:lnTo>
                  <a:pt x="19304" y="2254758"/>
                </a:lnTo>
                <a:lnTo>
                  <a:pt x="19812" y="2255266"/>
                </a:lnTo>
                <a:lnTo>
                  <a:pt x="19812" y="2245360"/>
                </a:lnTo>
                <a:lnTo>
                  <a:pt x="19812" y="2244852"/>
                </a:lnTo>
                <a:close/>
              </a:path>
              <a:path w="4018279" h="3458210">
                <a:moveTo>
                  <a:pt x="19812" y="2205228"/>
                </a:moveTo>
                <a:lnTo>
                  <a:pt x="0" y="2205228"/>
                </a:lnTo>
                <a:lnTo>
                  <a:pt x="0" y="2225040"/>
                </a:lnTo>
                <a:lnTo>
                  <a:pt x="19812" y="2225040"/>
                </a:lnTo>
                <a:lnTo>
                  <a:pt x="19812" y="2205228"/>
                </a:lnTo>
                <a:close/>
              </a:path>
              <a:path w="4018279" h="3458210">
                <a:moveTo>
                  <a:pt x="19812" y="2165604"/>
                </a:moveTo>
                <a:lnTo>
                  <a:pt x="0" y="2165604"/>
                </a:lnTo>
                <a:lnTo>
                  <a:pt x="0" y="2185416"/>
                </a:lnTo>
                <a:lnTo>
                  <a:pt x="19812" y="2185416"/>
                </a:lnTo>
                <a:lnTo>
                  <a:pt x="19812" y="2165604"/>
                </a:lnTo>
                <a:close/>
              </a:path>
              <a:path w="4018279" h="3458210">
                <a:moveTo>
                  <a:pt x="19812" y="2125980"/>
                </a:moveTo>
                <a:lnTo>
                  <a:pt x="0" y="2125980"/>
                </a:lnTo>
                <a:lnTo>
                  <a:pt x="0" y="2145792"/>
                </a:lnTo>
                <a:lnTo>
                  <a:pt x="19812" y="2145792"/>
                </a:lnTo>
                <a:lnTo>
                  <a:pt x="19812" y="2125980"/>
                </a:lnTo>
                <a:close/>
              </a:path>
              <a:path w="4018279" h="3458210">
                <a:moveTo>
                  <a:pt x="19812" y="2086356"/>
                </a:moveTo>
                <a:lnTo>
                  <a:pt x="0" y="2086356"/>
                </a:lnTo>
                <a:lnTo>
                  <a:pt x="0" y="2106168"/>
                </a:lnTo>
                <a:lnTo>
                  <a:pt x="19812" y="2106168"/>
                </a:lnTo>
                <a:lnTo>
                  <a:pt x="19812" y="2086356"/>
                </a:lnTo>
                <a:close/>
              </a:path>
              <a:path w="4018279" h="3458210">
                <a:moveTo>
                  <a:pt x="19812" y="2046732"/>
                </a:moveTo>
                <a:lnTo>
                  <a:pt x="0" y="2046732"/>
                </a:lnTo>
                <a:lnTo>
                  <a:pt x="0" y="2066544"/>
                </a:lnTo>
                <a:lnTo>
                  <a:pt x="19812" y="2066544"/>
                </a:lnTo>
                <a:lnTo>
                  <a:pt x="19812" y="2046732"/>
                </a:lnTo>
                <a:close/>
              </a:path>
              <a:path w="4018279" h="3458210">
                <a:moveTo>
                  <a:pt x="19812" y="2007108"/>
                </a:moveTo>
                <a:lnTo>
                  <a:pt x="0" y="2007108"/>
                </a:lnTo>
                <a:lnTo>
                  <a:pt x="0" y="2026920"/>
                </a:lnTo>
                <a:lnTo>
                  <a:pt x="19812" y="2026920"/>
                </a:lnTo>
                <a:lnTo>
                  <a:pt x="19812" y="2007108"/>
                </a:lnTo>
                <a:close/>
              </a:path>
              <a:path w="4018279" h="3458210">
                <a:moveTo>
                  <a:pt x="19812" y="1967484"/>
                </a:moveTo>
                <a:lnTo>
                  <a:pt x="0" y="1967484"/>
                </a:lnTo>
                <a:lnTo>
                  <a:pt x="0" y="1987296"/>
                </a:lnTo>
                <a:lnTo>
                  <a:pt x="19812" y="1987296"/>
                </a:lnTo>
                <a:lnTo>
                  <a:pt x="19812" y="1967484"/>
                </a:lnTo>
                <a:close/>
              </a:path>
              <a:path w="4018279" h="3458210">
                <a:moveTo>
                  <a:pt x="19812" y="1927860"/>
                </a:moveTo>
                <a:lnTo>
                  <a:pt x="0" y="1927860"/>
                </a:lnTo>
                <a:lnTo>
                  <a:pt x="0" y="1947672"/>
                </a:lnTo>
                <a:lnTo>
                  <a:pt x="19812" y="1947672"/>
                </a:lnTo>
                <a:lnTo>
                  <a:pt x="19812" y="1927860"/>
                </a:lnTo>
                <a:close/>
              </a:path>
              <a:path w="4018279" h="3458210">
                <a:moveTo>
                  <a:pt x="19812" y="1888236"/>
                </a:moveTo>
                <a:lnTo>
                  <a:pt x="0" y="1888236"/>
                </a:lnTo>
                <a:lnTo>
                  <a:pt x="0" y="1908048"/>
                </a:lnTo>
                <a:lnTo>
                  <a:pt x="19812" y="1908048"/>
                </a:lnTo>
                <a:lnTo>
                  <a:pt x="19812" y="1888236"/>
                </a:lnTo>
                <a:close/>
              </a:path>
              <a:path w="4018279" h="3458210">
                <a:moveTo>
                  <a:pt x="19812" y="1848612"/>
                </a:moveTo>
                <a:lnTo>
                  <a:pt x="0" y="1848612"/>
                </a:lnTo>
                <a:lnTo>
                  <a:pt x="0" y="1868424"/>
                </a:lnTo>
                <a:lnTo>
                  <a:pt x="19812" y="1868424"/>
                </a:lnTo>
                <a:lnTo>
                  <a:pt x="19812" y="1848612"/>
                </a:lnTo>
                <a:close/>
              </a:path>
              <a:path w="4018279" h="3458210">
                <a:moveTo>
                  <a:pt x="19812" y="1808988"/>
                </a:moveTo>
                <a:lnTo>
                  <a:pt x="0" y="1808988"/>
                </a:lnTo>
                <a:lnTo>
                  <a:pt x="0" y="1828800"/>
                </a:lnTo>
                <a:lnTo>
                  <a:pt x="19812" y="1828800"/>
                </a:lnTo>
                <a:lnTo>
                  <a:pt x="19812" y="1808988"/>
                </a:lnTo>
                <a:close/>
              </a:path>
              <a:path w="4018279" h="3458210">
                <a:moveTo>
                  <a:pt x="19812" y="1769364"/>
                </a:moveTo>
                <a:lnTo>
                  <a:pt x="0" y="1769364"/>
                </a:lnTo>
                <a:lnTo>
                  <a:pt x="0" y="1789176"/>
                </a:lnTo>
                <a:lnTo>
                  <a:pt x="19812" y="1789176"/>
                </a:lnTo>
                <a:lnTo>
                  <a:pt x="19812" y="1769364"/>
                </a:lnTo>
                <a:close/>
              </a:path>
              <a:path w="4018279" h="3458210">
                <a:moveTo>
                  <a:pt x="19812" y="1729740"/>
                </a:moveTo>
                <a:lnTo>
                  <a:pt x="0" y="1729740"/>
                </a:lnTo>
                <a:lnTo>
                  <a:pt x="0" y="1749552"/>
                </a:lnTo>
                <a:lnTo>
                  <a:pt x="19812" y="1749552"/>
                </a:lnTo>
                <a:lnTo>
                  <a:pt x="19812" y="1729740"/>
                </a:lnTo>
                <a:close/>
              </a:path>
              <a:path w="4018279" h="3458210">
                <a:moveTo>
                  <a:pt x="19812" y="1690116"/>
                </a:moveTo>
                <a:lnTo>
                  <a:pt x="0" y="1690116"/>
                </a:lnTo>
                <a:lnTo>
                  <a:pt x="0" y="1709928"/>
                </a:lnTo>
                <a:lnTo>
                  <a:pt x="19812" y="1709928"/>
                </a:lnTo>
                <a:lnTo>
                  <a:pt x="19812" y="1690116"/>
                </a:lnTo>
                <a:close/>
              </a:path>
              <a:path w="4018279" h="3458210">
                <a:moveTo>
                  <a:pt x="19812" y="1650492"/>
                </a:moveTo>
                <a:lnTo>
                  <a:pt x="0" y="1650492"/>
                </a:lnTo>
                <a:lnTo>
                  <a:pt x="0" y="1670304"/>
                </a:lnTo>
                <a:lnTo>
                  <a:pt x="19812" y="1670304"/>
                </a:lnTo>
                <a:lnTo>
                  <a:pt x="19812" y="1650492"/>
                </a:lnTo>
                <a:close/>
              </a:path>
              <a:path w="4018279" h="3458210">
                <a:moveTo>
                  <a:pt x="19812" y="1610868"/>
                </a:moveTo>
                <a:lnTo>
                  <a:pt x="0" y="1610868"/>
                </a:lnTo>
                <a:lnTo>
                  <a:pt x="0" y="1630680"/>
                </a:lnTo>
                <a:lnTo>
                  <a:pt x="19812" y="1630680"/>
                </a:lnTo>
                <a:lnTo>
                  <a:pt x="19812" y="1610868"/>
                </a:lnTo>
                <a:close/>
              </a:path>
              <a:path w="4018279" h="3458210">
                <a:moveTo>
                  <a:pt x="19812" y="1571244"/>
                </a:moveTo>
                <a:lnTo>
                  <a:pt x="0" y="1571244"/>
                </a:lnTo>
                <a:lnTo>
                  <a:pt x="0" y="1591056"/>
                </a:lnTo>
                <a:lnTo>
                  <a:pt x="19812" y="1591056"/>
                </a:lnTo>
                <a:lnTo>
                  <a:pt x="19812" y="1571244"/>
                </a:lnTo>
                <a:close/>
              </a:path>
              <a:path w="4018279" h="3458210">
                <a:moveTo>
                  <a:pt x="19812" y="1531620"/>
                </a:moveTo>
                <a:lnTo>
                  <a:pt x="0" y="1531620"/>
                </a:lnTo>
                <a:lnTo>
                  <a:pt x="0" y="1551432"/>
                </a:lnTo>
                <a:lnTo>
                  <a:pt x="19812" y="1551432"/>
                </a:lnTo>
                <a:lnTo>
                  <a:pt x="19812" y="1531620"/>
                </a:lnTo>
                <a:close/>
              </a:path>
              <a:path w="4018279" h="3458210">
                <a:moveTo>
                  <a:pt x="19812" y="1491996"/>
                </a:moveTo>
                <a:lnTo>
                  <a:pt x="0" y="1491996"/>
                </a:lnTo>
                <a:lnTo>
                  <a:pt x="0" y="1511808"/>
                </a:lnTo>
                <a:lnTo>
                  <a:pt x="19812" y="1511808"/>
                </a:lnTo>
                <a:lnTo>
                  <a:pt x="19812" y="1491996"/>
                </a:lnTo>
                <a:close/>
              </a:path>
              <a:path w="4018279" h="3458210">
                <a:moveTo>
                  <a:pt x="19812" y="1452372"/>
                </a:moveTo>
                <a:lnTo>
                  <a:pt x="0" y="1452372"/>
                </a:lnTo>
                <a:lnTo>
                  <a:pt x="0" y="1472184"/>
                </a:lnTo>
                <a:lnTo>
                  <a:pt x="19812" y="1472184"/>
                </a:lnTo>
                <a:lnTo>
                  <a:pt x="19812" y="1452372"/>
                </a:lnTo>
                <a:close/>
              </a:path>
              <a:path w="4018279" h="3458210">
                <a:moveTo>
                  <a:pt x="19812" y="1057656"/>
                </a:moveTo>
                <a:lnTo>
                  <a:pt x="0" y="1057656"/>
                </a:lnTo>
                <a:lnTo>
                  <a:pt x="0" y="1077468"/>
                </a:lnTo>
                <a:lnTo>
                  <a:pt x="19812" y="1077468"/>
                </a:lnTo>
                <a:lnTo>
                  <a:pt x="19812" y="1057656"/>
                </a:lnTo>
                <a:close/>
              </a:path>
              <a:path w="4018279" h="3458210">
                <a:moveTo>
                  <a:pt x="19812" y="1018032"/>
                </a:moveTo>
                <a:lnTo>
                  <a:pt x="0" y="1018032"/>
                </a:lnTo>
                <a:lnTo>
                  <a:pt x="0" y="1037844"/>
                </a:lnTo>
                <a:lnTo>
                  <a:pt x="19812" y="1037844"/>
                </a:lnTo>
                <a:lnTo>
                  <a:pt x="19812" y="1018032"/>
                </a:lnTo>
                <a:close/>
              </a:path>
              <a:path w="4018279" h="3458210">
                <a:moveTo>
                  <a:pt x="19812" y="978408"/>
                </a:moveTo>
                <a:lnTo>
                  <a:pt x="0" y="978408"/>
                </a:lnTo>
                <a:lnTo>
                  <a:pt x="0" y="998220"/>
                </a:lnTo>
                <a:lnTo>
                  <a:pt x="19812" y="998220"/>
                </a:lnTo>
                <a:lnTo>
                  <a:pt x="19812" y="978408"/>
                </a:lnTo>
                <a:close/>
              </a:path>
              <a:path w="4018279" h="3458210">
                <a:moveTo>
                  <a:pt x="19812" y="938784"/>
                </a:moveTo>
                <a:lnTo>
                  <a:pt x="0" y="938784"/>
                </a:lnTo>
                <a:lnTo>
                  <a:pt x="0" y="958596"/>
                </a:lnTo>
                <a:lnTo>
                  <a:pt x="19812" y="958596"/>
                </a:lnTo>
                <a:lnTo>
                  <a:pt x="19812" y="938784"/>
                </a:lnTo>
                <a:close/>
              </a:path>
              <a:path w="4018279" h="3458210">
                <a:moveTo>
                  <a:pt x="19812" y="899160"/>
                </a:moveTo>
                <a:lnTo>
                  <a:pt x="0" y="899160"/>
                </a:lnTo>
                <a:lnTo>
                  <a:pt x="0" y="918972"/>
                </a:lnTo>
                <a:lnTo>
                  <a:pt x="19812" y="918972"/>
                </a:lnTo>
                <a:lnTo>
                  <a:pt x="19812" y="899160"/>
                </a:lnTo>
                <a:close/>
              </a:path>
              <a:path w="4018279" h="3458210">
                <a:moveTo>
                  <a:pt x="19812" y="859536"/>
                </a:moveTo>
                <a:lnTo>
                  <a:pt x="0" y="859536"/>
                </a:lnTo>
                <a:lnTo>
                  <a:pt x="0" y="879348"/>
                </a:lnTo>
                <a:lnTo>
                  <a:pt x="19812" y="879348"/>
                </a:lnTo>
                <a:lnTo>
                  <a:pt x="19812" y="859536"/>
                </a:lnTo>
                <a:close/>
              </a:path>
              <a:path w="4018279" h="3458210">
                <a:moveTo>
                  <a:pt x="19812" y="819912"/>
                </a:moveTo>
                <a:lnTo>
                  <a:pt x="0" y="819912"/>
                </a:lnTo>
                <a:lnTo>
                  <a:pt x="0" y="839724"/>
                </a:lnTo>
                <a:lnTo>
                  <a:pt x="19812" y="839724"/>
                </a:lnTo>
                <a:lnTo>
                  <a:pt x="19812" y="819912"/>
                </a:lnTo>
                <a:close/>
              </a:path>
              <a:path w="4018279" h="3458210">
                <a:moveTo>
                  <a:pt x="19812" y="780288"/>
                </a:moveTo>
                <a:lnTo>
                  <a:pt x="0" y="780288"/>
                </a:lnTo>
                <a:lnTo>
                  <a:pt x="0" y="800100"/>
                </a:lnTo>
                <a:lnTo>
                  <a:pt x="19812" y="800100"/>
                </a:lnTo>
                <a:lnTo>
                  <a:pt x="19812" y="780288"/>
                </a:lnTo>
                <a:close/>
              </a:path>
              <a:path w="4018279" h="3458210">
                <a:moveTo>
                  <a:pt x="19812" y="740664"/>
                </a:moveTo>
                <a:lnTo>
                  <a:pt x="0" y="740664"/>
                </a:lnTo>
                <a:lnTo>
                  <a:pt x="0" y="760476"/>
                </a:lnTo>
                <a:lnTo>
                  <a:pt x="19812" y="760476"/>
                </a:lnTo>
                <a:lnTo>
                  <a:pt x="19812" y="740664"/>
                </a:lnTo>
                <a:close/>
              </a:path>
              <a:path w="4018279" h="3458210">
                <a:moveTo>
                  <a:pt x="19812" y="701040"/>
                </a:moveTo>
                <a:lnTo>
                  <a:pt x="0" y="701040"/>
                </a:lnTo>
                <a:lnTo>
                  <a:pt x="0" y="720852"/>
                </a:lnTo>
                <a:lnTo>
                  <a:pt x="19812" y="720852"/>
                </a:lnTo>
                <a:lnTo>
                  <a:pt x="19812" y="701040"/>
                </a:lnTo>
                <a:close/>
              </a:path>
              <a:path w="4018279" h="3458210">
                <a:moveTo>
                  <a:pt x="19812" y="661416"/>
                </a:moveTo>
                <a:lnTo>
                  <a:pt x="0" y="661416"/>
                </a:lnTo>
                <a:lnTo>
                  <a:pt x="0" y="681228"/>
                </a:lnTo>
                <a:lnTo>
                  <a:pt x="19812" y="681228"/>
                </a:lnTo>
                <a:lnTo>
                  <a:pt x="19812" y="661416"/>
                </a:lnTo>
                <a:close/>
              </a:path>
              <a:path w="4018279" h="3458210">
                <a:moveTo>
                  <a:pt x="19812" y="621792"/>
                </a:moveTo>
                <a:lnTo>
                  <a:pt x="0" y="621792"/>
                </a:lnTo>
                <a:lnTo>
                  <a:pt x="0" y="641604"/>
                </a:lnTo>
                <a:lnTo>
                  <a:pt x="19812" y="641604"/>
                </a:lnTo>
                <a:lnTo>
                  <a:pt x="19812" y="621792"/>
                </a:lnTo>
                <a:close/>
              </a:path>
              <a:path w="4018279" h="3458210">
                <a:moveTo>
                  <a:pt x="19812" y="582168"/>
                </a:moveTo>
                <a:lnTo>
                  <a:pt x="0" y="582168"/>
                </a:lnTo>
                <a:lnTo>
                  <a:pt x="0" y="601980"/>
                </a:lnTo>
                <a:lnTo>
                  <a:pt x="19812" y="601980"/>
                </a:lnTo>
                <a:lnTo>
                  <a:pt x="19812" y="582168"/>
                </a:lnTo>
                <a:close/>
              </a:path>
              <a:path w="4018279" h="3458210">
                <a:moveTo>
                  <a:pt x="19812" y="542544"/>
                </a:moveTo>
                <a:lnTo>
                  <a:pt x="0" y="542544"/>
                </a:lnTo>
                <a:lnTo>
                  <a:pt x="0" y="562356"/>
                </a:lnTo>
                <a:lnTo>
                  <a:pt x="19812" y="562356"/>
                </a:lnTo>
                <a:lnTo>
                  <a:pt x="19812" y="542544"/>
                </a:lnTo>
                <a:close/>
              </a:path>
              <a:path w="4018279" h="3458210">
                <a:moveTo>
                  <a:pt x="19812" y="502920"/>
                </a:moveTo>
                <a:lnTo>
                  <a:pt x="0" y="502920"/>
                </a:lnTo>
                <a:lnTo>
                  <a:pt x="0" y="522732"/>
                </a:lnTo>
                <a:lnTo>
                  <a:pt x="19812" y="522732"/>
                </a:lnTo>
                <a:lnTo>
                  <a:pt x="19812" y="502920"/>
                </a:lnTo>
                <a:close/>
              </a:path>
              <a:path w="4018279" h="3458210">
                <a:moveTo>
                  <a:pt x="19812" y="463296"/>
                </a:moveTo>
                <a:lnTo>
                  <a:pt x="0" y="463296"/>
                </a:lnTo>
                <a:lnTo>
                  <a:pt x="0" y="483108"/>
                </a:lnTo>
                <a:lnTo>
                  <a:pt x="19812" y="483108"/>
                </a:lnTo>
                <a:lnTo>
                  <a:pt x="19812" y="463296"/>
                </a:lnTo>
                <a:close/>
              </a:path>
              <a:path w="4018279" h="3458210">
                <a:moveTo>
                  <a:pt x="19812" y="423672"/>
                </a:moveTo>
                <a:lnTo>
                  <a:pt x="0" y="423672"/>
                </a:lnTo>
                <a:lnTo>
                  <a:pt x="0" y="443484"/>
                </a:lnTo>
                <a:lnTo>
                  <a:pt x="19812" y="443484"/>
                </a:lnTo>
                <a:lnTo>
                  <a:pt x="19812" y="423672"/>
                </a:lnTo>
                <a:close/>
              </a:path>
              <a:path w="4018279" h="3458210">
                <a:moveTo>
                  <a:pt x="19812" y="384048"/>
                </a:moveTo>
                <a:lnTo>
                  <a:pt x="0" y="384048"/>
                </a:lnTo>
                <a:lnTo>
                  <a:pt x="0" y="403860"/>
                </a:lnTo>
                <a:lnTo>
                  <a:pt x="19812" y="403860"/>
                </a:lnTo>
                <a:lnTo>
                  <a:pt x="19812" y="384048"/>
                </a:lnTo>
                <a:close/>
              </a:path>
              <a:path w="4018279" h="3458210">
                <a:moveTo>
                  <a:pt x="19812" y="344424"/>
                </a:moveTo>
                <a:lnTo>
                  <a:pt x="0" y="344424"/>
                </a:lnTo>
                <a:lnTo>
                  <a:pt x="0" y="364236"/>
                </a:lnTo>
                <a:lnTo>
                  <a:pt x="19812" y="364236"/>
                </a:lnTo>
                <a:lnTo>
                  <a:pt x="19812" y="344424"/>
                </a:lnTo>
                <a:close/>
              </a:path>
              <a:path w="4018279" h="3458210">
                <a:moveTo>
                  <a:pt x="19812" y="304800"/>
                </a:moveTo>
                <a:lnTo>
                  <a:pt x="0" y="304800"/>
                </a:lnTo>
                <a:lnTo>
                  <a:pt x="0" y="324612"/>
                </a:lnTo>
                <a:lnTo>
                  <a:pt x="19812" y="324612"/>
                </a:lnTo>
                <a:lnTo>
                  <a:pt x="19812" y="304800"/>
                </a:lnTo>
                <a:close/>
              </a:path>
              <a:path w="4018279" h="3458210">
                <a:moveTo>
                  <a:pt x="19812" y="265176"/>
                </a:moveTo>
                <a:lnTo>
                  <a:pt x="0" y="265176"/>
                </a:lnTo>
                <a:lnTo>
                  <a:pt x="0" y="284988"/>
                </a:lnTo>
                <a:lnTo>
                  <a:pt x="19812" y="284988"/>
                </a:lnTo>
                <a:lnTo>
                  <a:pt x="19812" y="265176"/>
                </a:lnTo>
                <a:close/>
              </a:path>
              <a:path w="4018279" h="3458210">
                <a:moveTo>
                  <a:pt x="19812" y="225552"/>
                </a:moveTo>
                <a:lnTo>
                  <a:pt x="0" y="225552"/>
                </a:lnTo>
                <a:lnTo>
                  <a:pt x="0" y="245364"/>
                </a:lnTo>
                <a:lnTo>
                  <a:pt x="19812" y="245364"/>
                </a:lnTo>
                <a:lnTo>
                  <a:pt x="19812" y="225552"/>
                </a:lnTo>
                <a:close/>
              </a:path>
              <a:path w="4018279" h="3458210">
                <a:moveTo>
                  <a:pt x="19812" y="185928"/>
                </a:moveTo>
                <a:lnTo>
                  <a:pt x="0" y="185928"/>
                </a:lnTo>
                <a:lnTo>
                  <a:pt x="0" y="205740"/>
                </a:lnTo>
                <a:lnTo>
                  <a:pt x="19812" y="205740"/>
                </a:lnTo>
                <a:lnTo>
                  <a:pt x="19812" y="185928"/>
                </a:lnTo>
                <a:close/>
              </a:path>
              <a:path w="4018279" h="3458210">
                <a:moveTo>
                  <a:pt x="19812" y="146304"/>
                </a:moveTo>
                <a:lnTo>
                  <a:pt x="0" y="146304"/>
                </a:lnTo>
                <a:lnTo>
                  <a:pt x="0" y="166116"/>
                </a:lnTo>
                <a:lnTo>
                  <a:pt x="19812" y="166116"/>
                </a:lnTo>
                <a:lnTo>
                  <a:pt x="19812" y="146304"/>
                </a:lnTo>
                <a:close/>
              </a:path>
              <a:path w="4018279" h="3458210">
                <a:moveTo>
                  <a:pt x="19812" y="106680"/>
                </a:moveTo>
                <a:lnTo>
                  <a:pt x="0" y="106680"/>
                </a:lnTo>
                <a:lnTo>
                  <a:pt x="0" y="126492"/>
                </a:lnTo>
                <a:lnTo>
                  <a:pt x="19812" y="126492"/>
                </a:lnTo>
                <a:lnTo>
                  <a:pt x="19812" y="106680"/>
                </a:lnTo>
                <a:close/>
              </a:path>
              <a:path w="4018279" h="3458210">
                <a:moveTo>
                  <a:pt x="19812" y="67056"/>
                </a:moveTo>
                <a:lnTo>
                  <a:pt x="0" y="67056"/>
                </a:lnTo>
                <a:lnTo>
                  <a:pt x="0" y="86868"/>
                </a:lnTo>
                <a:lnTo>
                  <a:pt x="19812" y="86868"/>
                </a:lnTo>
                <a:lnTo>
                  <a:pt x="19812" y="67056"/>
                </a:lnTo>
                <a:close/>
              </a:path>
              <a:path w="4018279" h="3458210">
                <a:moveTo>
                  <a:pt x="20574" y="28194"/>
                </a:moveTo>
                <a:lnTo>
                  <a:pt x="0" y="28194"/>
                </a:lnTo>
                <a:lnTo>
                  <a:pt x="0" y="47244"/>
                </a:lnTo>
                <a:lnTo>
                  <a:pt x="10668" y="47244"/>
                </a:lnTo>
                <a:lnTo>
                  <a:pt x="9906" y="48006"/>
                </a:lnTo>
                <a:lnTo>
                  <a:pt x="20574" y="48006"/>
                </a:lnTo>
                <a:lnTo>
                  <a:pt x="20574" y="47244"/>
                </a:lnTo>
                <a:lnTo>
                  <a:pt x="20574" y="38100"/>
                </a:lnTo>
                <a:lnTo>
                  <a:pt x="20574" y="28194"/>
                </a:lnTo>
                <a:close/>
              </a:path>
              <a:path w="4018279" h="3458210">
                <a:moveTo>
                  <a:pt x="58928" y="2245360"/>
                </a:moveTo>
                <a:lnTo>
                  <a:pt x="39116" y="2245360"/>
                </a:lnTo>
                <a:lnTo>
                  <a:pt x="39116" y="2265172"/>
                </a:lnTo>
                <a:lnTo>
                  <a:pt x="58928" y="2265172"/>
                </a:lnTo>
                <a:lnTo>
                  <a:pt x="58928" y="2245360"/>
                </a:lnTo>
                <a:close/>
              </a:path>
              <a:path w="4018279" h="3458210">
                <a:moveTo>
                  <a:pt x="60198" y="28194"/>
                </a:moveTo>
                <a:lnTo>
                  <a:pt x="40386" y="28194"/>
                </a:lnTo>
                <a:lnTo>
                  <a:pt x="40386" y="48006"/>
                </a:lnTo>
                <a:lnTo>
                  <a:pt x="60198" y="48006"/>
                </a:lnTo>
                <a:lnTo>
                  <a:pt x="60198" y="28194"/>
                </a:lnTo>
                <a:close/>
              </a:path>
              <a:path w="4018279" h="3458210">
                <a:moveTo>
                  <a:pt x="98552" y="2245360"/>
                </a:moveTo>
                <a:lnTo>
                  <a:pt x="78740" y="2245360"/>
                </a:lnTo>
                <a:lnTo>
                  <a:pt x="78740" y="2265172"/>
                </a:lnTo>
                <a:lnTo>
                  <a:pt x="98552" y="2265172"/>
                </a:lnTo>
                <a:lnTo>
                  <a:pt x="98552" y="2245360"/>
                </a:lnTo>
                <a:close/>
              </a:path>
              <a:path w="4018279" h="3458210">
                <a:moveTo>
                  <a:pt x="99822" y="28194"/>
                </a:moveTo>
                <a:lnTo>
                  <a:pt x="80010" y="28194"/>
                </a:lnTo>
                <a:lnTo>
                  <a:pt x="80010" y="48006"/>
                </a:lnTo>
                <a:lnTo>
                  <a:pt x="99822" y="48006"/>
                </a:lnTo>
                <a:lnTo>
                  <a:pt x="99822" y="28194"/>
                </a:lnTo>
                <a:close/>
              </a:path>
              <a:path w="4018279" h="3458210">
                <a:moveTo>
                  <a:pt x="138176" y="2245360"/>
                </a:moveTo>
                <a:lnTo>
                  <a:pt x="118364" y="2245360"/>
                </a:lnTo>
                <a:lnTo>
                  <a:pt x="118364" y="2265172"/>
                </a:lnTo>
                <a:lnTo>
                  <a:pt x="138176" y="2265172"/>
                </a:lnTo>
                <a:lnTo>
                  <a:pt x="138176" y="2245360"/>
                </a:lnTo>
                <a:close/>
              </a:path>
              <a:path w="4018279" h="3458210">
                <a:moveTo>
                  <a:pt x="139446" y="28194"/>
                </a:moveTo>
                <a:lnTo>
                  <a:pt x="119634" y="28194"/>
                </a:lnTo>
                <a:lnTo>
                  <a:pt x="119634" y="48006"/>
                </a:lnTo>
                <a:lnTo>
                  <a:pt x="139446" y="48006"/>
                </a:lnTo>
                <a:lnTo>
                  <a:pt x="139446" y="28194"/>
                </a:lnTo>
                <a:close/>
              </a:path>
              <a:path w="4018279" h="3458210">
                <a:moveTo>
                  <a:pt x="177800" y="2245360"/>
                </a:moveTo>
                <a:lnTo>
                  <a:pt x="157988" y="2245360"/>
                </a:lnTo>
                <a:lnTo>
                  <a:pt x="157988" y="2265172"/>
                </a:lnTo>
                <a:lnTo>
                  <a:pt x="177800" y="2265172"/>
                </a:lnTo>
                <a:lnTo>
                  <a:pt x="177800" y="2245360"/>
                </a:lnTo>
                <a:close/>
              </a:path>
              <a:path w="4018279" h="3458210">
                <a:moveTo>
                  <a:pt x="179070" y="28194"/>
                </a:moveTo>
                <a:lnTo>
                  <a:pt x="159258" y="28194"/>
                </a:lnTo>
                <a:lnTo>
                  <a:pt x="159258" y="48006"/>
                </a:lnTo>
                <a:lnTo>
                  <a:pt x="179070" y="48006"/>
                </a:lnTo>
                <a:lnTo>
                  <a:pt x="179070" y="28194"/>
                </a:lnTo>
                <a:close/>
              </a:path>
              <a:path w="4018279" h="3458210">
                <a:moveTo>
                  <a:pt x="217424" y="2245360"/>
                </a:moveTo>
                <a:lnTo>
                  <a:pt x="197612" y="2245360"/>
                </a:lnTo>
                <a:lnTo>
                  <a:pt x="197612" y="2265172"/>
                </a:lnTo>
                <a:lnTo>
                  <a:pt x="217424" y="2265172"/>
                </a:lnTo>
                <a:lnTo>
                  <a:pt x="217424" y="2245360"/>
                </a:lnTo>
                <a:close/>
              </a:path>
              <a:path w="4018279" h="3458210">
                <a:moveTo>
                  <a:pt x="218694" y="28194"/>
                </a:moveTo>
                <a:lnTo>
                  <a:pt x="198882" y="28194"/>
                </a:lnTo>
                <a:lnTo>
                  <a:pt x="198882" y="48006"/>
                </a:lnTo>
                <a:lnTo>
                  <a:pt x="218694" y="48006"/>
                </a:lnTo>
                <a:lnTo>
                  <a:pt x="218694" y="28194"/>
                </a:lnTo>
                <a:close/>
              </a:path>
              <a:path w="4018279" h="3458210">
                <a:moveTo>
                  <a:pt x="257048" y="2245360"/>
                </a:moveTo>
                <a:lnTo>
                  <a:pt x="237236" y="2245360"/>
                </a:lnTo>
                <a:lnTo>
                  <a:pt x="237236" y="2265172"/>
                </a:lnTo>
                <a:lnTo>
                  <a:pt x="257048" y="2265172"/>
                </a:lnTo>
                <a:lnTo>
                  <a:pt x="257048" y="2245360"/>
                </a:lnTo>
                <a:close/>
              </a:path>
              <a:path w="4018279" h="3458210">
                <a:moveTo>
                  <a:pt x="258318" y="28194"/>
                </a:moveTo>
                <a:lnTo>
                  <a:pt x="238506" y="28194"/>
                </a:lnTo>
                <a:lnTo>
                  <a:pt x="238506" y="48006"/>
                </a:lnTo>
                <a:lnTo>
                  <a:pt x="258318" y="48006"/>
                </a:lnTo>
                <a:lnTo>
                  <a:pt x="258318" y="28194"/>
                </a:lnTo>
                <a:close/>
              </a:path>
              <a:path w="4018279" h="3458210">
                <a:moveTo>
                  <a:pt x="296672" y="2245360"/>
                </a:moveTo>
                <a:lnTo>
                  <a:pt x="276860" y="2245360"/>
                </a:lnTo>
                <a:lnTo>
                  <a:pt x="276860" y="2265172"/>
                </a:lnTo>
                <a:lnTo>
                  <a:pt x="296672" y="2265172"/>
                </a:lnTo>
                <a:lnTo>
                  <a:pt x="296672" y="2245360"/>
                </a:lnTo>
                <a:close/>
              </a:path>
              <a:path w="4018279" h="3458210">
                <a:moveTo>
                  <a:pt x="297942" y="28194"/>
                </a:moveTo>
                <a:lnTo>
                  <a:pt x="278130" y="28194"/>
                </a:lnTo>
                <a:lnTo>
                  <a:pt x="278130" y="48006"/>
                </a:lnTo>
                <a:lnTo>
                  <a:pt x="297942" y="48006"/>
                </a:lnTo>
                <a:lnTo>
                  <a:pt x="297942" y="28194"/>
                </a:lnTo>
                <a:close/>
              </a:path>
              <a:path w="4018279" h="3458210">
                <a:moveTo>
                  <a:pt x="336296" y="2245360"/>
                </a:moveTo>
                <a:lnTo>
                  <a:pt x="316484" y="2245360"/>
                </a:lnTo>
                <a:lnTo>
                  <a:pt x="316484" y="2265172"/>
                </a:lnTo>
                <a:lnTo>
                  <a:pt x="336296" y="2265172"/>
                </a:lnTo>
                <a:lnTo>
                  <a:pt x="336296" y="2245360"/>
                </a:lnTo>
                <a:close/>
              </a:path>
              <a:path w="4018279" h="3458210">
                <a:moveTo>
                  <a:pt x="337566" y="28194"/>
                </a:moveTo>
                <a:lnTo>
                  <a:pt x="317754" y="28194"/>
                </a:lnTo>
                <a:lnTo>
                  <a:pt x="317754" y="48006"/>
                </a:lnTo>
                <a:lnTo>
                  <a:pt x="337566" y="48006"/>
                </a:lnTo>
                <a:lnTo>
                  <a:pt x="337566" y="28194"/>
                </a:lnTo>
                <a:close/>
              </a:path>
              <a:path w="4018279" h="3458210">
                <a:moveTo>
                  <a:pt x="375920" y="2245360"/>
                </a:moveTo>
                <a:lnTo>
                  <a:pt x="356108" y="2245360"/>
                </a:lnTo>
                <a:lnTo>
                  <a:pt x="356108" y="2265172"/>
                </a:lnTo>
                <a:lnTo>
                  <a:pt x="375920" y="2265172"/>
                </a:lnTo>
                <a:lnTo>
                  <a:pt x="375920" y="2245360"/>
                </a:lnTo>
                <a:close/>
              </a:path>
              <a:path w="4018279" h="3458210">
                <a:moveTo>
                  <a:pt x="377190" y="28194"/>
                </a:moveTo>
                <a:lnTo>
                  <a:pt x="357378" y="28194"/>
                </a:lnTo>
                <a:lnTo>
                  <a:pt x="357378" y="48006"/>
                </a:lnTo>
                <a:lnTo>
                  <a:pt x="377190" y="48006"/>
                </a:lnTo>
                <a:lnTo>
                  <a:pt x="377190" y="28194"/>
                </a:lnTo>
                <a:close/>
              </a:path>
              <a:path w="4018279" h="3458210">
                <a:moveTo>
                  <a:pt x="415544" y="2245360"/>
                </a:moveTo>
                <a:lnTo>
                  <a:pt x="395732" y="2245360"/>
                </a:lnTo>
                <a:lnTo>
                  <a:pt x="395732" y="2265172"/>
                </a:lnTo>
                <a:lnTo>
                  <a:pt x="415544" y="2265172"/>
                </a:lnTo>
                <a:lnTo>
                  <a:pt x="415544" y="2245360"/>
                </a:lnTo>
                <a:close/>
              </a:path>
              <a:path w="4018279" h="3458210">
                <a:moveTo>
                  <a:pt x="416814" y="28194"/>
                </a:moveTo>
                <a:lnTo>
                  <a:pt x="397002" y="28194"/>
                </a:lnTo>
                <a:lnTo>
                  <a:pt x="397002" y="48006"/>
                </a:lnTo>
                <a:lnTo>
                  <a:pt x="416814" y="48006"/>
                </a:lnTo>
                <a:lnTo>
                  <a:pt x="416814" y="28194"/>
                </a:lnTo>
                <a:close/>
              </a:path>
              <a:path w="4018279" h="3458210">
                <a:moveTo>
                  <a:pt x="455168" y="2245360"/>
                </a:moveTo>
                <a:lnTo>
                  <a:pt x="435356" y="2245360"/>
                </a:lnTo>
                <a:lnTo>
                  <a:pt x="435356" y="2265172"/>
                </a:lnTo>
                <a:lnTo>
                  <a:pt x="455168" y="2265172"/>
                </a:lnTo>
                <a:lnTo>
                  <a:pt x="455168" y="2245360"/>
                </a:lnTo>
                <a:close/>
              </a:path>
              <a:path w="4018279" h="3458210">
                <a:moveTo>
                  <a:pt x="456438" y="28194"/>
                </a:moveTo>
                <a:lnTo>
                  <a:pt x="436626" y="28194"/>
                </a:lnTo>
                <a:lnTo>
                  <a:pt x="436626" y="48006"/>
                </a:lnTo>
                <a:lnTo>
                  <a:pt x="456438" y="48006"/>
                </a:lnTo>
                <a:lnTo>
                  <a:pt x="456438" y="28194"/>
                </a:lnTo>
                <a:close/>
              </a:path>
              <a:path w="4018279" h="3458210">
                <a:moveTo>
                  <a:pt x="494792" y="2245360"/>
                </a:moveTo>
                <a:lnTo>
                  <a:pt x="474980" y="2245360"/>
                </a:lnTo>
                <a:lnTo>
                  <a:pt x="474980" y="2265172"/>
                </a:lnTo>
                <a:lnTo>
                  <a:pt x="494792" y="2265172"/>
                </a:lnTo>
                <a:lnTo>
                  <a:pt x="494792" y="2245360"/>
                </a:lnTo>
                <a:close/>
              </a:path>
              <a:path w="4018279" h="3458210">
                <a:moveTo>
                  <a:pt x="496062" y="28194"/>
                </a:moveTo>
                <a:lnTo>
                  <a:pt x="476250" y="28194"/>
                </a:lnTo>
                <a:lnTo>
                  <a:pt x="476250" y="48006"/>
                </a:lnTo>
                <a:lnTo>
                  <a:pt x="496062" y="48006"/>
                </a:lnTo>
                <a:lnTo>
                  <a:pt x="496062" y="28194"/>
                </a:lnTo>
                <a:close/>
              </a:path>
              <a:path w="4018279" h="3458210">
                <a:moveTo>
                  <a:pt x="534416" y="2245360"/>
                </a:moveTo>
                <a:lnTo>
                  <a:pt x="514604" y="2245360"/>
                </a:lnTo>
                <a:lnTo>
                  <a:pt x="514604" y="2265172"/>
                </a:lnTo>
                <a:lnTo>
                  <a:pt x="534416" y="2265172"/>
                </a:lnTo>
                <a:lnTo>
                  <a:pt x="534416" y="2245360"/>
                </a:lnTo>
                <a:close/>
              </a:path>
              <a:path w="4018279" h="3458210">
                <a:moveTo>
                  <a:pt x="535686" y="28194"/>
                </a:moveTo>
                <a:lnTo>
                  <a:pt x="515874" y="28194"/>
                </a:lnTo>
                <a:lnTo>
                  <a:pt x="515874" y="48006"/>
                </a:lnTo>
                <a:lnTo>
                  <a:pt x="535686" y="48006"/>
                </a:lnTo>
                <a:lnTo>
                  <a:pt x="535686" y="28194"/>
                </a:lnTo>
                <a:close/>
              </a:path>
              <a:path w="4018279" h="3458210">
                <a:moveTo>
                  <a:pt x="574040" y="2245360"/>
                </a:moveTo>
                <a:lnTo>
                  <a:pt x="554228" y="2245360"/>
                </a:lnTo>
                <a:lnTo>
                  <a:pt x="554228" y="2265172"/>
                </a:lnTo>
                <a:lnTo>
                  <a:pt x="574040" y="2265172"/>
                </a:lnTo>
                <a:lnTo>
                  <a:pt x="574040" y="2245360"/>
                </a:lnTo>
                <a:close/>
              </a:path>
              <a:path w="4018279" h="3458210">
                <a:moveTo>
                  <a:pt x="575310" y="28194"/>
                </a:moveTo>
                <a:lnTo>
                  <a:pt x="555498" y="28194"/>
                </a:lnTo>
                <a:lnTo>
                  <a:pt x="555498" y="48006"/>
                </a:lnTo>
                <a:lnTo>
                  <a:pt x="575310" y="48006"/>
                </a:lnTo>
                <a:lnTo>
                  <a:pt x="575310" y="28194"/>
                </a:lnTo>
                <a:close/>
              </a:path>
              <a:path w="4018279" h="3458210">
                <a:moveTo>
                  <a:pt x="661035" y="2255266"/>
                </a:moveTo>
                <a:lnTo>
                  <a:pt x="641223" y="2245360"/>
                </a:lnTo>
                <a:lnTo>
                  <a:pt x="584835" y="2217166"/>
                </a:lnTo>
                <a:lnTo>
                  <a:pt x="584835" y="2293366"/>
                </a:lnTo>
                <a:lnTo>
                  <a:pt x="641223" y="2265172"/>
                </a:lnTo>
                <a:lnTo>
                  <a:pt x="661035" y="2255266"/>
                </a:lnTo>
                <a:close/>
              </a:path>
              <a:path w="4018279" h="3458210">
                <a:moveTo>
                  <a:pt x="661035" y="38100"/>
                </a:moveTo>
                <a:lnTo>
                  <a:pt x="641210" y="28194"/>
                </a:lnTo>
                <a:lnTo>
                  <a:pt x="584835" y="0"/>
                </a:lnTo>
                <a:lnTo>
                  <a:pt x="584835" y="76200"/>
                </a:lnTo>
                <a:lnTo>
                  <a:pt x="641223" y="48006"/>
                </a:lnTo>
                <a:lnTo>
                  <a:pt x="661035" y="38100"/>
                </a:lnTo>
                <a:close/>
              </a:path>
              <a:path w="4018279" h="3458210">
                <a:moveTo>
                  <a:pt x="2019300" y="3438017"/>
                </a:moveTo>
                <a:lnTo>
                  <a:pt x="1999488" y="3438017"/>
                </a:lnTo>
                <a:lnTo>
                  <a:pt x="1999488" y="3457829"/>
                </a:lnTo>
                <a:lnTo>
                  <a:pt x="2019300" y="3457829"/>
                </a:lnTo>
                <a:lnTo>
                  <a:pt x="2019300" y="3438017"/>
                </a:lnTo>
                <a:close/>
              </a:path>
              <a:path w="4018279" h="3458210">
                <a:moveTo>
                  <a:pt x="2019300" y="3398393"/>
                </a:moveTo>
                <a:lnTo>
                  <a:pt x="1999488" y="3398393"/>
                </a:lnTo>
                <a:lnTo>
                  <a:pt x="1999488" y="3418205"/>
                </a:lnTo>
                <a:lnTo>
                  <a:pt x="2019300" y="3418205"/>
                </a:lnTo>
                <a:lnTo>
                  <a:pt x="2019300" y="3398393"/>
                </a:lnTo>
                <a:close/>
              </a:path>
              <a:path w="4018279" h="3458210">
                <a:moveTo>
                  <a:pt x="2019300" y="3358769"/>
                </a:moveTo>
                <a:lnTo>
                  <a:pt x="1999488" y="3358769"/>
                </a:lnTo>
                <a:lnTo>
                  <a:pt x="1999488" y="3378581"/>
                </a:lnTo>
                <a:lnTo>
                  <a:pt x="2019300" y="3378581"/>
                </a:lnTo>
                <a:lnTo>
                  <a:pt x="2019300" y="3358769"/>
                </a:lnTo>
                <a:close/>
              </a:path>
              <a:path w="4018279" h="3458210">
                <a:moveTo>
                  <a:pt x="2019300" y="3319145"/>
                </a:moveTo>
                <a:lnTo>
                  <a:pt x="1999488" y="3319145"/>
                </a:lnTo>
                <a:lnTo>
                  <a:pt x="1999488" y="3338957"/>
                </a:lnTo>
                <a:lnTo>
                  <a:pt x="2019300" y="3338957"/>
                </a:lnTo>
                <a:lnTo>
                  <a:pt x="2019300" y="3319145"/>
                </a:lnTo>
                <a:close/>
              </a:path>
              <a:path w="4018279" h="3458210">
                <a:moveTo>
                  <a:pt x="2019300" y="3279521"/>
                </a:moveTo>
                <a:lnTo>
                  <a:pt x="1999488" y="3279521"/>
                </a:lnTo>
                <a:lnTo>
                  <a:pt x="1999488" y="3299333"/>
                </a:lnTo>
                <a:lnTo>
                  <a:pt x="2019300" y="3299333"/>
                </a:lnTo>
                <a:lnTo>
                  <a:pt x="2019300" y="3279521"/>
                </a:lnTo>
                <a:close/>
              </a:path>
              <a:path w="4018279" h="3458210">
                <a:moveTo>
                  <a:pt x="2019300" y="3239897"/>
                </a:moveTo>
                <a:lnTo>
                  <a:pt x="1999488" y="3239897"/>
                </a:lnTo>
                <a:lnTo>
                  <a:pt x="1999488" y="3259709"/>
                </a:lnTo>
                <a:lnTo>
                  <a:pt x="2019300" y="3259709"/>
                </a:lnTo>
                <a:lnTo>
                  <a:pt x="2019300" y="3239897"/>
                </a:lnTo>
                <a:close/>
              </a:path>
              <a:path w="4018279" h="3458210">
                <a:moveTo>
                  <a:pt x="2019300" y="2743073"/>
                </a:moveTo>
                <a:lnTo>
                  <a:pt x="1999488" y="2743073"/>
                </a:lnTo>
                <a:lnTo>
                  <a:pt x="1999488" y="2762885"/>
                </a:lnTo>
                <a:lnTo>
                  <a:pt x="2019300" y="2762885"/>
                </a:lnTo>
                <a:lnTo>
                  <a:pt x="2019300" y="2743073"/>
                </a:lnTo>
                <a:close/>
              </a:path>
              <a:path w="4018279" h="3458210">
                <a:moveTo>
                  <a:pt x="2019300" y="2703449"/>
                </a:moveTo>
                <a:lnTo>
                  <a:pt x="1999488" y="2703449"/>
                </a:lnTo>
                <a:lnTo>
                  <a:pt x="1999488" y="2723261"/>
                </a:lnTo>
                <a:lnTo>
                  <a:pt x="2019300" y="2723261"/>
                </a:lnTo>
                <a:lnTo>
                  <a:pt x="2019300" y="2703449"/>
                </a:lnTo>
                <a:close/>
              </a:path>
              <a:path w="4018279" h="3458210">
                <a:moveTo>
                  <a:pt x="2019300" y="2663825"/>
                </a:moveTo>
                <a:lnTo>
                  <a:pt x="1999488" y="2663825"/>
                </a:lnTo>
                <a:lnTo>
                  <a:pt x="1999488" y="2683637"/>
                </a:lnTo>
                <a:lnTo>
                  <a:pt x="2019300" y="2683637"/>
                </a:lnTo>
                <a:lnTo>
                  <a:pt x="2019300" y="2663825"/>
                </a:lnTo>
                <a:close/>
              </a:path>
              <a:path w="4018279" h="3458210">
                <a:moveTo>
                  <a:pt x="2019300" y="2624201"/>
                </a:moveTo>
                <a:lnTo>
                  <a:pt x="1999488" y="2624201"/>
                </a:lnTo>
                <a:lnTo>
                  <a:pt x="1999488" y="2644013"/>
                </a:lnTo>
                <a:lnTo>
                  <a:pt x="2019300" y="2644013"/>
                </a:lnTo>
                <a:lnTo>
                  <a:pt x="2019300" y="2624201"/>
                </a:lnTo>
                <a:close/>
              </a:path>
              <a:path w="4018279" h="3458210">
                <a:moveTo>
                  <a:pt x="2019300" y="2584577"/>
                </a:moveTo>
                <a:lnTo>
                  <a:pt x="1999488" y="2584577"/>
                </a:lnTo>
                <a:lnTo>
                  <a:pt x="1999488" y="2604389"/>
                </a:lnTo>
                <a:lnTo>
                  <a:pt x="2019300" y="2604389"/>
                </a:lnTo>
                <a:lnTo>
                  <a:pt x="2019300" y="2584577"/>
                </a:lnTo>
                <a:close/>
              </a:path>
              <a:path w="4018279" h="3458210">
                <a:moveTo>
                  <a:pt x="2019300" y="2544953"/>
                </a:moveTo>
                <a:lnTo>
                  <a:pt x="1999488" y="2544953"/>
                </a:lnTo>
                <a:lnTo>
                  <a:pt x="1999488" y="2564765"/>
                </a:lnTo>
                <a:lnTo>
                  <a:pt x="2019300" y="2564765"/>
                </a:lnTo>
                <a:lnTo>
                  <a:pt x="2019300" y="2544953"/>
                </a:lnTo>
                <a:close/>
              </a:path>
              <a:path w="4018279" h="3458210">
                <a:moveTo>
                  <a:pt x="2047494" y="3214116"/>
                </a:moveTo>
                <a:lnTo>
                  <a:pt x="2041144" y="3201416"/>
                </a:lnTo>
                <a:lnTo>
                  <a:pt x="2009394" y="3137916"/>
                </a:lnTo>
                <a:lnTo>
                  <a:pt x="1971294" y="3214116"/>
                </a:lnTo>
                <a:lnTo>
                  <a:pt x="1999488" y="3214116"/>
                </a:lnTo>
                <a:lnTo>
                  <a:pt x="1999488" y="3220085"/>
                </a:lnTo>
                <a:lnTo>
                  <a:pt x="2019300" y="3220085"/>
                </a:lnTo>
                <a:lnTo>
                  <a:pt x="2019300" y="3214116"/>
                </a:lnTo>
                <a:lnTo>
                  <a:pt x="2047494" y="3214116"/>
                </a:lnTo>
                <a:close/>
              </a:path>
              <a:path w="4018279" h="3458210">
                <a:moveTo>
                  <a:pt x="2047494" y="2519172"/>
                </a:moveTo>
                <a:lnTo>
                  <a:pt x="2041144" y="2506472"/>
                </a:lnTo>
                <a:lnTo>
                  <a:pt x="2009394" y="2442972"/>
                </a:lnTo>
                <a:lnTo>
                  <a:pt x="1971294" y="2519172"/>
                </a:lnTo>
                <a:lnTo>
                  <a:pt x="1999488" y="2519172"/>
                </a:lnTo>
                <a:lnTo>
                  <a:pt x="1999488" y="2525141"/>
                </a:lnTo>
                <a:lnTo>
                  <a:pt x="2019300" y="2525141"/>
                </a:lnTo>
                <a:lnTo>
                  <a:pt x="2019300" y="2519172"/>
                </a:lnTo>
                <a:lnTo>
                  <a:pt x="2047494" y="2519172"/>
                </a:lnTo>
                <a:close/>
              </a:path>
              <a:path w="4018279" h="3458210">
                <a:moveTo>
                  <a:pt x="3377946" y="2245487"/>
                </a:moveTo>
                <a:lnTo>
                  <a:pt x="3358134" y="2245487"/>
                </a:lnTo>
                <a:lnTo>
                  <a:pt x="3358134" y="2265299"/>
                </a:lnTo>
                <a:lnTo>
                  <a:pt x="3377946" y="2265299"/>
                </a:lnTo>
                <a:lnTo>
                  <a:pt x="3377946" y="2245487"/>
                </a:lnTo>
                <a:close/>
              </a:path>
              <a:path w="4018279" h="3458210">
                <a:moveTo>
                  <a:pt x="3377946" y="28194"/>
                </a:moveTo>
                <a:lnTo>
                  <a:pt x="3358134" y="28194"/>
                </a:lnTo>
                <a:lnTo>
                  <a:pt x="3358134" y="48006"/>
                </a:lnTo>
                <a:lnTo>
                  <a:pt x="3377946" y="48006"/>
                </a:lnTo>
                <a:lnTo>
                  <a:pt x="3377946" y="28194"/>
                </a:lnTo>
                <a:close/>
              </a:path>
              <a:path w="4018279" h="3458210">
                <a:moveTo>
                  <a:pt x="3417570" y="2245487"/>
                </a:moveTo>
                <a:lnTo>
                  <a:pt x="3397758" y="2245487"/>
                </a:lnTo>
                <a:lnTo>
                  <a:pt x="3397758" y="2265299"/>
                </a:lnTo>
                <a:lnTo>
                  <a:pt x="3417570" y="2265299"/>
                </a:lnTo>
                <a:lnTo>
                  <a:pt x="3417570" y="2245487"/>
                </a:lnTo>
                <a:close/>
              </a:path>
              <a:path w="4018279" h="3458210">
                <a:moveTo>
                  <a:pt x="3417570" y="28194"/>
                </a:moveTo>
                <a:lnTo>
                  <a:pt x="3397758" y="28194"/>
                </a:lnTo>
                <a:lnTo>
                  <a:pt x="3397758" y="48006"/>
                </a:lnTo>
                <a:lnTo>
                  <a:pt x="3417570" y="48006"/>
                </a:lnTo>
                <a:lnTo>
                  <a:pt x="3417570" y="28194"/>
                </a:lnTo>
                <a:close/>
              </a:path>
              <a:path w="4018279" h="3458210">
                <a:moveTo>
                  <a:pt x="3457194" y="2245487"/>
                </a:moveTo>
                <a:lnTo>
                  <a:pt x="3437382" y="2245487"/>
                </a:lnTo>
                <a:lnTo>
                  <a:pt x="3437382" y="2265299"/>
                </a:lnTo>
                <a:lnTo>
                  <a:pt x="3457194" y="2265299"/>
                </a:lnTo>
                <a:lnTo>
                  <a:pt x="3457194" y="2245487"/>
                </a:lnTo>
                <a:close/>
              </a:path>
              <a:path w="4018279" h="3458210">
                <a:moveTo>
                  <a:pt x="3457194" y="28194"/>
                </a:moveTo>
                <a:lnTo>
                  <a:pt x="3437382" y="28194"/>
                </a:lnTo>
                <a:lnTo>
                  <a:pt x="3437382" y="48006"/>
                </a:lnTo>
                <a:lnTo>
                  <a:pt x="3457194" y="48006"/>
                </a:lnTo>
                <a:lnTo>
                  <a:pt x="3457194" y="28194"/>
                </a:lnTo>
                <a:close/>
              </a:path>
              <a:path w="4018279" h="3458210">
                <a:moveTo>
                  <a:pt x="3496818" y="2245487"/>
                </a:moveTo>
                <a:lnTo>
                  <a:pt x="3477006" y="2245487"/>
                </a:lnTo>
                <a:lnTo>
                  <a:pt x="3477006" y="2265299"/>
                </a:lnTo>
                <a:lnTo>
                  <a:pt x="3496818" y="2265299"/>
                </a:lnTo>
                <a:lnTo>
                  <a:pt x="3496818" y="2245487"/>
                </a:lnTo>
                <a:close/>
              </a:path>
              <a:path w="4018279" h="3458210">
                <a:moveTo>
                  <a:pt x="3496818" y="28194"/>
                </a:moveTo>
                <a:lnTo>
                  <a:pt x="3477006" y="28194"/>
                </a:lnTo>
                <a:lnTo>
                  <a:pt x="3477006" y="48006"/>
                </a:lnTo>
                <a:lnTo>
                  <a:pt x="3496818" y="48006"/>
                </a:lnTo>
                <a:lnTo>
                  <a:pt x="3496818" y="28194"/>
                </a:lnTo>
                <a:close/>
              </a:path>
              <a:path w="4018279" h="3458210">
                <a:moveTo>
                  <a:pt x="3536442" y="2245487"/>
                </a:moveTo>
                <a:lnTo>
                  <a:pt x="3516630" y="2245487"/>
                </a:lnTo>
                <a:lnTo>
                  <a:pt x="3516630" y="2265299"/>
                </a:lnTo>
                <a:lnTo>
                  <a:pt x="3536442" y="2265299"/>
                </a:lnTo>
                <a:lnTo>
                  <a:pt x="3536442" y="2245487"/>
                </a:lnTo>
                <a:close/>
              </a:path>
              <a:path w="4018279" h="3458210">
                <a:moveTo>
                  <a:pt x="3536442" y="28194"/>
                </a:moveTo>
                <a:lnTo>
                  <a:pt x="3516630" y="28194"/>
                </a:lnTo>
                <a:lnTo>
                  <a:pt x="3516630" y="48006"/>
                </a:lnTo>
                <a:lnTo>
                  <a:pt x="3536442" y="48006"/>
                </a:lnTo>
                <a:lnTo>
                  <a:pt x="3536442" y="28194"/>
                </a:lnTo>
                <a:close/>
              </a:path>
              <a:path w="4018279" h="3458210">
                <a:moveTo>
                  <a:pt x="3576066" y="2245487"/>
                </a:moveTo>
                <a:lnTo>
                  <a:pt x="3556254" y="2245487"/>
                </a:lnTo>
                <a:lnTo>
                  <a:pt x="3556254" y="2265299"/>
                </a:lnTo>
                <a:lnTo>
                  <a:pt x="3576066" y="2265299"/>
                </a:lnTo>
                <a:lnTo>
                  <a:pt x="3576066" y="2245487"/>
                </a:lnTo>
                <a:close/>
              </a:path>
              <a:path w="4018279" h="3458210">
                <a:moveTo>
                  <a:pt x="3576066" y="28194"/>
                </a:moveTo>
                <a:lnTo>
                  <a:pt x="3556254" y="28194"/>
                </a:lnTo>
                <a:lnTo>
                  <a:pt x="3556254" y="48006"/>
                </a:lnTo>
                <a:lnTo>
                  <a:pt x="3576066" y="48006"/>
                </a:lnTo>
                <a:lnTo>
                  <a:pt x="3576066" y="28194"/>
                </a:lnTo>
                <a:close/>
              </a:path>
              <a:path w="4018279" h="3458210">
                <a:moveTo>
                  <a:pt x="3615690" y="2245487"/>
                </a:moveTo>
                <a:lnTo>
                  <a:pt x="3595878" y="2245487"/>
                </a:lnTo>
                <a:lnTo>
                  <a:pt x="3595878" y="2265299"/>
                </a:lnTo>
                <a:lnTo>
                  <a:pt x="3615690" y="2265299"/>
                </a:lnTo>
                <a:lnTo>
                  <a:pt x="3615690" y="2245487"/>
                </a:lnTo>
                <a:close/>
              </a:path>
              <a:path w="4018279" h="3458210">
                <a:moveTo>
                  <a:pt x="3615690" y="28194"/>
                </a:moveTo>
                <a:lnTo>
                  <a:pt x="3595878" y="28194"/>
                </a:lnTo>
                <a:lnTo>
                  <a:pt x="3595878" y="48006"/>
                </a:lnTo>
                <a:lnTo>
                  <a:pt x="3615690" y="48006"/>
                </a:lnTo>
                <a:lnTo>
                  <a:pt x="3615690" y="28194"/>
                </a:lnTo>
                <a:close/>
              </a:path>
              <a:path w="4018279" h="3458210">
                <a:moveTo>
                  <a:pt x="3655314" y="2245487"/>
                </a:moveTo>
                <a:lnTo>
                  <a:pt x="3635502" y="2245487"/>
                </a:lnTo>
                <a:lnTo>
                  <a:pt x="3635502" y="2265299"/>
                </a:lnTo>
                <a:lnTo>
                  <a:pt x="3655314" y="2265299"/>
                </a:lnTo>
                <a:lnTo>
                  <a:pt x="3655314" y="2245487"/>
                </a:lnTo>
                <a:close/>
              </a:path>
              <a:path w="4018279" h="3458210">
                <a:moveTo>
                  <a:pt x="3655314" y="28194"/>
                </a:moveTo>
                <a:lnTo>
                  <a:pt x="3635502" y="28194"/>
                </a:lnTo>
                <a:lnTo>
                  <a:pt x="3635502" y="48006"/>
                </a:lnTo>
                <a:lnTo>
                  <a:pt x="3655314" y="48006"/>
                </a:lnTo>
                <a:lnTo>
                  <a:pt x="3655314" y="28194"/>
                </a:lnTo>
                <a:close/>
              </a:path>
              <a:path w="4018279" h="3458210">
                <a:moveTo>
                  <a:pt x="3694938" y="2245487"/>
                </a:moveTo>
                <a:lnTo>
                  <a:pt x="3675126" y="2245487"/>
                </a:lnTo>
                <a:lnTo>
                  <a:pt x="3675126" y="2265299"/>
                </a:lnTo>
                <a:lnTo>
                  <a:pt x="3694938" y="2265299"/>
                </a:lnTo>
                <a:lnTo>
                  <a:pt x="3694938" y="2245487"/>
                </a:lnTo>
                <a:close/>
              </a:path>
              <a:path w="4018279" h="3458210">
                <a:moveTo>
                  <a:pt x="3694938" y="28194"/>
                </a:moveTo>
                <a:lnTo>
                  <a:pt x="3675126" y="28194"/>
                </a:lnTo>
                <a:lnTo>
                  <a:pt x="3675126" y="48006"/>
                </a:lnTo>
                <a:lnTo>
                  <a:pt x="3694938" y="48006"/>
                </a:lnTo>
                <a:lnTo>
                  <a:pt x="3694938" y="28194"/>
                </a:lnTo>
                <a:close/>
              </a:path>
              <a:path w="4018279" h="3458210">
                <a:moveTo>
                  <a:pt x="3734562" y="2245487"/>
                </a:moveTo>
                <a:lnTo>
                  <a:pt x="3714750" y="2245487"/>
                </a:lnTo>
                <a:lnTo>
                  <a:pt x="3714750" y="2265299"/>
                </a:lnTo>
                <a:lnTo>
                  <a:pt x="3734562" y="2265299"/>
                </a:lnTo>
                <a:lnTo>
                  <a:pt x="3734562" y="2245487"/>
                </a:lnTo>
                <a:close/>
              </a:path>
              <a:path w="4018279" h="3458210">
                <a:moveTo>
                  <a:pt x="3734562" y="28194"/>
                </a:moveTo>
                <a:lnTo>
                  <a:pt x="3714750" y="28194"/>
                </a:lnTo>
                <a:lnTo>
                  <a:pt x="3714750" y="48006"/>
                </a:lnTo>
                <a:lnTo>
                  <a:pt x="3734562" y="48006"/>
                </a:lnTo>
                <a:lnTo>
                  <a:pt x="3734562" y="28194"/>
                </a:lnTo>
                <a:close/>
              </a:path>
              <a:path w="4018279" h="3458210">
                <a:moveTo>
                  <a:pt x="3774186" y="2245487"/>
                </a:moveTo>
                <a:lnTo>
                  <a:pt x="3754374" y="2245487"/>
                </a:lnTo>
                <a:lnTo>
                  <a:pt x="3754374" y="2265299"/>
                </a:lnTo>
                <a:lnTo>
                  <a:pt x="3774186" y="2265299"/>
                </a:lnTo>
                <a:lnTo>
                  <a:pt x="3774186" y="2245487"/>
                </a:lnTo>
                <a:close/>
              </a:path>
              <a:path w="4018279" h="3458210">
                <a:moveTo>
                  <a:pt x="3774186" y="28194"/>
                </a:moveTo>
                <a:lnTo>
                  <a:pt x="3754374" y="28194"/>
                </a:lnTo>
                <a:lnTo>
                  <a:pt x="3754374" y="48006"/>
                </a:lnTo>
                <a:lnTo>
                  <a:pt x="3774186" y="48006"/>
                </a:lnTo>
                <a:lnTo>
                  <a:pt x="3774186" y="28194"/>
                </a:lnTo>
                <a:close/>
              </a:path>
              <a:path w="4018279" h="3458210">
                <a:moveTo>
                  <a:pt x="3813810" y="2245487"/>
                </a:moveTo>
                <a:lnTo>
                  <a:pt x="3793998" y="2245487"/>
                </a:lnTo>
                <a:lnTo>
                  <a:pt x="3793998" y="2265299"/>
                </a:lnTo>
                <a:lnTo>
                  <a:pt x="3813810" y="2265299"/>
                </a:lnTo>
                <a:lnTo>
                  <a:pt x="3813810" y="2245487"/>
                </a:lnTo>
                <a:close/>
              </a:path>
              <a:path w="4018279" h="3458210">
                <a:moveTo>
                  <a:pt x="3813810" y="28194"/>
                </a:moveTo>
                <a:lnTo>
                  <a:pt x="3793998" y="28194"/>
                </a:lnTo>
                <a:lnTo>
                  <a:pt x="3793998" y="48006"/>
                </a:lnTo>
                <a:lnTo>
                  <a:pt x="3813810" y="48006"/>
                </a:lnTo>
                <a:lnTo>
                  <a:pt x="3813810" y="28194"/>
                </a:lnTo>
                <a:close/>
              </a:path>
              <a:path w="4018279" h="3458210">
                <a:moveTo>
                  <a:pt x="3853434" y="2245487"/>
                </a:moveTo>
                <a:lnTo>
                  <a:pt x="3833622" y="2245487"/>
                </a:lnTo>
                <a:lnTo>
                  <a:pt x="3833622" y="2265299"/>
                </a:lnTo>
                <a:lnTo>
                  <a:pt x="3853434" y="2265299"/>
                </a:lnTo>
                <a:lnTo>
                  <a:pt x="3853434" y="2245487"/>
                </a:lnTo>
                <a:close/>
              </a:path>
              <a:path w="4018279" h="3458210">
                <a:moveTo>
                  <a:pt x="3853434" y="28194"/>
                </a:moveTo>
                <a:lnTo>
                  <a:pt x="3833622" y="28194"/>
                </a:lnTo>
                <a:lnTo>
                  <a:pt x="3833622" y="48006"/>
                </a:lnTo>
                <a:lnTo>
                  <a:pt x="3853434" y="48006"/>
                </a:lnTo>
                <a:lnTo>
                  <a:pt x="3853434" y="28194"/>
                </a:lnTo>
                <a:close/>
              </a:path>
              <a:path w="4018279" h="3458210">
                <a:moveTo>
                  <a:pt x="3893058" y="2245487"/>
                </a:moveTo>
                <a:lnTo>
                  <a:pt x="3873246" y="2245487"/>
                </a:lnTo>
                <a:lnTo>
                  <a:pt x="3873246" y="2265299"/>
                </a:lnTo>
                <a:lnTo>
                  <a:pt x="3893058" y="2265299"/>
                </a:lnTo>
                <a:lnTo>
                  <a:pt x="3893058" y="2245487"/>
                </a:lnTo>
                <a:close/>
              </a:path>
              <a:path w="4018279" h="3458210">
                <a:moveTo>
                  <a:pt x="3893058" y="28194"/>
                </a:moveTo>
                <a:lnTo>
                  <a:pt x="3873246" y="28194"/>
                </a:lnTo>
                <a:lnTo>
                  <a:pt x="3873246" y="48006"/>
                </a:lnTo>
                <a:lnTo>
                  <a:pt x="3893058" y="48006"/>
                </a:lnTo>
                <a:lnTo>
                  <a:pt x="3893058" y="28194"/>
                </a:lnTo>
                <a:close/>
              </a:path>
              <a:path w="4018279" h="3458210">
                <a:moveTo>
                  <a:pt x="3932682" y="2245487"/>
                </a:moveTo>
                <a:lnTo>
                  <a:pt x="3912870" y="2245487"/>
                </a:lnTo>
                <a:lnTo>
                  <a:pt x="3912870" y="2265299"/>
                </a:lnTo>
                <a:lnTo>
                  <a:pt x="3932682" y="2265299"/>
                </a:lnTo>
                <a:lnTo>
                  <a:pt x="3932682" y="2245487"/>
                </a:lnTo>
                <a:close/>
              </a:path>
              <a:path w="4018279" h="3458210">
                <a:moveTo>
                  <a:pt x="3932682" y="28194"/>
                </a:moveTo>
                <a:lnTo>
                  <a:pt x="3912870" y="28194"/>
                </a:lnTo>
                <a:lnTo>
                  <a:pt x="3912870" y="48006"/>
                </a:lnTo>
                <a:lnTo>
                  <a:pt x="3932682" y="48006"/>
                </a:lnTo>
                <a:lnTo>
                  <a:pt x="3932682" y="28194"/>
                </a:lnTo>
                <a:close/>
              </a:path>
              <a:path w="4018279" h="3458210">
                <a:moveTo>
                  <a:pt x="3972306" y="2245487"/>
                </a:moveTo>
                <a:lnTo>
                  <a:pt x="3952494" y="2245487"/>
                </a:lnTo>
                <a:lnTo>
                  <a:pt x="3952494" y="2265299"/>
                </a:lnTo>
                <a:lnTo>
                  <a:pt x="3972306" y="2265299"/>
                </a:lnTo>
                <a:lnTo>
                  <a:pt x="3972306" y="2245487"/>
                </a:lnTo>
                <a:close/>
              </a:path>
              <a:path w="4018279" h="3458210">
                <a:moveTo>
                  <a:pt x="3972306" y="28194"/>
                </a:moveTo>
                <a:lnTo>
                  <a:pt x="3952494" y="28194"/>
                </a:lnTo>
                <a:lnTo>
                  <a:pt x="3952494" y="48006"/>
                </a:lnTo>
                <a:lnTo>
                  <a:pt x="3972306" y="48006"/>
                </a:lnTo>
                <a:lnTo>
                  <a:pt x="3972306" y="28194"/>
                </a:lnTo>
                <a:close/>
              </a:path>
              <a:path w="4018279" h="3458210">
                <a:moveTo>
                  <a:pt x="3989705" y="2223135"/>
                </a:moveTo>
                <a:lnTo>
                  <a:pt x="3969893" y="2223135"/>
                </a:lnTo>
                <a:lnTo>
                  <a:pt x="3969893" y="2242947"/>
                </a:lnTo>
                <a:lnTo>
                  <a:pt x="3989705" y="2242947"/>
                </a:lnTo>
                <a:lnTo>
                  <a:pt x="3989705" y="2223135"/>
                </a:lnTo>
                <a:close/>
              </a:path>
              <a:path w="4018279" h="3458210">
                <a:moveTo>
                  <a:pt x="3989705" y="2183511"/>
                </a:moveTo>
                <a:lnTo>
                  <a:pt x="3969893" y="2183511"/>
                </a:lnTo>
                <a:lnTo>
                  <a:pt x="3969893" y="2203323"/>
                </a:lnTo>
                <a:lnTo>
                  <a:pt x="3989705" y="2203323"/>
                </a:lnTo>
                <a:lnTo>
                  <a:pt x="3989705" y="2183511"/>
                </a:lnTo>
                <a:close/>
              </a:path>
              <a:path w="4018279" h="3458210">
                <a:moveTo>
                  <a:pt x="3989705" y="2143887"/>
                </a:moveTo>
                <a:lnTo>
                  <a:pt x="3969893" y="2143887"/>
                </a:lnTo>
                <a:lnTo>
                  <a:pt x="3969893" y="2163699"/>
                </a:lnTo>
                <a:lnTo>
                  <a:pt x="3989705" y="2163699"/>
                </a:lnTo>
                <a:lnTo>
                  <a:pt x="3989705" y="2143887"/>
                </a:lnTo>
                <a:close/>
              </a:path>
              <a:path w="4018279" h="3458210">
                <a:moveTo>
                  <a:pt x="3989705" y="2104263"/>
                </a:moveTo>
                <a:lnTo>
                  <a:pt x="3969893" y="2104263"/>
                </a:lnTo>
                <a:lnTo>
                  <a:pt x="3969893" y="2124075"/>
                </a:lnTo>
                <a:lnTo>
                  <a:pt x="3989705" y="2124075"/>
                </a:lnTo>
                <a:lnTo>
                  <a:pt x="3989705" y="2104263"/>
                </a:lnTo>
                <a:close/>
              </a:path>
              <a:path w="4018279" h="3458210">
                <a:moveTo>
                  <a:pt x="3989705" y="2064639"/>
                </a:moveTo>
                <a:lnTo>
                  <a:pt x="3969893" y="2064639"/>
                </a:lnTo>
                <a:lnTo>
                  <a:pt x="3969893" y="2084451"/>
                </a:lnTo>
                <a:lnTo>
                  <a:pt x="3989705" y="2084451"/>
                </a:lnTo>
                <a:lnTo>
                  <a:pt x="3989705" y="2064639"/>
                </a:lnTo>
                <a:close/>
              </a:path>
              <a:path w="4018279" h="3458210">
                <a:moveTo>
                  <a:pt x="3989705" y="2025015"/>
                </a:moveTo>
                <a:lnTo>
                  <a:pt x="3969893" y="2025015"/>
                </a:lnTo>
                <a:lnTo>
                  <a:pt x="3969893" y="2044827"/>
                </a:lnTo>
                <a:lnTo>
                  <a:pt x="3989705" y="2044827"/>
                </a:lnTo>
                <a:lnTo>
                  <a:pt x="3989705" y="2025015"/>
                </a:lnTo>
                <a:close/>
              </a:path>
              <a:path w="4018279" h="3458210">
                <a:moveTo>
                  <a:pt x="3989705" y="1985391"/>
                </a:moveTo>
                <a:lnTo>
                  <a:pt x="3969893" y="1985391"/>
                </a:lnTo>
                <a:lnTo>
                  <a:pt x="3969893" y="2005203"/>
                </a:lnTo>
                <a:lnTo>
                  <a:pt x="3989705" y="2005203"/>
                </a:lnTo>
                <a:lnTo>
                  <a:pt x="3989705" y="1985391"/>
                </a:lnTo>
                <a:close/>
              </a:path>
              <a:path w="4018279" h="3458210">
                <a:moveTo>
                  <a:pt x="3989705" y="1945767"/>
                </a:moveTo>
                <a:lnTo>
                  <a:pt x="3969893" y="1945767"/>
                </a:lnTo>
                <a:lnTo>
                  <a:pt x="3969893" y="1965579"/>
                </a:lnTo>
                <a:lnTo>
                  <a:pt x="3989705" y="1965579"/>
                </a:lnTo>
                <a:lnTo>
                  <a:pt x="3989705" y="1945767"/>
                </a:lnTo>
                <a:close/>
              </a:path>
              <a:path w="4018279" h="3458210">
                <a:moveTo>
                  <a:pt x="3989705" y="1906143"/>
                </a:moveTo>
                <a:lnTo>
                  <a:pt x="3969893" y="1906143"/>
                </a:lnTo>
                <a:lnTo>
                  <a:pt x="3969893" y="1925955"/>
                </a:lnTo>
                <a:lnTo>
                  <a:pt x="3989705" y="1925955"/>
                </a:lnTo>
                <a:lnTo>
                  <a:pt x="3989705" y="1906143"/>
                </a:lnTo>
                <a:close/>
              </a:path>
              <a:path w="4018279" h="3458210">
                <a:moveTo>
                  <a:pt x="3989705" y="1866519"/>
                </a:moveTo>
                <a:lnTo>
                  <a:pt x="3969893" y="1866519"/>
                </a:lnTo>
                <a:lnTo>
                  <a:pt x="3969893" y="1886331"/>
                </a:lnTo>
                <a:lnTo>
                  <a:pt x="3989705" y="1886331"/>
                </a:lnTo>
                <a:lnTo>
                  <a:pt x="3989705" y="1866519"/>
                </a:lnTo>
                <a:close/>
              </a:path>
              <a:path w="4018279" h="3458210">
                <a:moveTo>
                  <a:pt x="3989705" y="1826895"/>
                </a:moveTo>
                <a:lnTo>
                  <a:pt x="3969893" y="1826895"/>
                </a:lnTo>
                <a:lnTo>
                  <a:pt x="3969893" y="1846707"/>
                </a:lnTo>
                <a:lnTo>
                  <a:pt x="3989705" y="1846707"/>
                </a:lnTo>
                <a:lnTo>
                  <a:pt x="3989705" y="1826895"/>
                </a:lnTo>
                <a:close/>
              </a:path>
              <a:path w="4018279" h="3458210">
                <a:moveTo>
                  <a:pt x="3989705" y="1787271"/>
                </a:moveTo>
                <a:lnTo>
                  <a:pt x="3969893" y="1787271"/>
                </a:lnTo>
                <a:lnTo>
                  <a:pt x="3969893" y="1807083"/>
                </a:lnTo>
                <a:lnTo>
                  <a:pt x="3989705" y="1807083"/>
                </a:lnTo>
                <a:lnTo>
                  <a:pt x="3989705" y="1787271"/>
                </a:lnTo>
                <a:close/>
              </a:path>
              <a:path w="4018279" h="3458210">
                <a:moveTo>
                  <a:pt x="3989705" y="1747659"/>
                </a:moveTo>
                <a:lnTo>
                  <a:pt x="3969893" y="1747659"/>
                </a:lnTo>
                <a:lnTo>
                  <a:pt x="3969893" y="1767471"/>
                </a:lnTo>
                <a:lnTo>
                  <a:pt x="3989705" y="1767471"/>
                </a:lnTo>
                <a:lnTo>
                  <a:pt x="3989705" y="1747659"/>
                </a:lnTo>
                <a:close/>
              </a:path>
              <a:path w="4018279" h="3458210">
                <a:moveTo>
                  <a:pt x="3989705" y="1708023"/>
                </a:moveTo>
                <a:lnTo>
                  <a:pt x="3969893" y="1708023"/>
                </a:lnTo>
                <a:lnTo>
                  <a:pt x="3969893" y="1727835"/>
                </a:lnTo>
                <a:lnTo>
                  <a:pt x="3989705" y="1727835"/>
                </a:lnTo>
                <a:lnTo>
                  <a:pt x="3989705" y="1708023"/>
                </a:lnTo>
                <a:close/>
              </a:path>
              <a:path w="4018279" h="3458210">
                <a:moveTo>
                  <a:pt x="3989705" y="1668399"/>
                </a:moveTo>
                <a:lnTo>
                  <a:pt x="3969893" y="1668399"/>
                </a:lnTo>
                <a:lnTo>
                  <a:pt x="3969893" y="1688211"/>
                </a:lnTo>
                <a:lnTo>
                  <a:pt x="3989705" y="1688211"/>
                </a:lnTo>
                <a:lnTo>
                  <a:pt x="3989705" y="1668399"/>
                </a:lnTo>
                <a:close/>
              </a:path>
              <a:path w="4018279" h="3458210">
                <a:moveTo>
                  <a:pt x="3989705" y="1628775"/>
                </a:moveTo>
                <a:lnTo>
                  <a:pt x="3969893" y="1628775"/>
                </a:lnTo>
                <a:lnTo>
                  <a:pt x="3969893" y="1648587"/>
                </a:lnTo>
                <a:lnTo>
                  <a:pt x="3989705" y="1648587"/>
                </a:lnTo>
                <a:lnTo>
                  <a:pt x="3989705" y="1628775"/>
                </a:lnTo>
                <a:close/>
              </a:path>
              <a:path w="4018279" h="3458210">
                <a:moveTo>
                  <a:pt x="3989705" y="1589151"/>
                </a:moveTo>
                <a:lnTo>
                  <a:pt x="3969893" y="1589151"/>
                </a:lnTo>
                <a:lnTo>
                  <a:pt x="3969893" y="1608963"/>
                </a:lnTo>
                <a:lnTo>
                  <a:pt x="3989705" y="1608963"/>
                </a:lnTo>
                <a:lnTo>
                  <a:pt x="3989705" y="1589151"/>
                </a:lnTo>
                <a:close/>
              </a:path>
              <a:path w="4018279" h="3458210">
                <a:moveTo>
                  <a:pt x="3989705" y="1001395"/>
                </a:moveTo>
                <a:lnTo>
                  <a:pt x="3969893" y="1001395"/>
                </a:lnTo>
                <a:lnTo>
                  <a:pt x="3969893" y="1021207"/>
                </a:lnTo>
                <a:lnTo>
                  <a:pt x="3989705" y="1021207"/>
                </a:lnTo>
                <a:lnTo>
                  <a:pt x="3989705" y="1001395"/>
                </a:lnTo>
                <a:close/>
              </a:path>
              <a:path w="4018279" h="3458210">
                <a:moveTo>
                  <a:pt x="3989705" y="961771"/>
                </a:moveTo>
                <a:lnTo>
                  <a:pt x="3969893" y="961771"/>
                </a:lnTo>
                <a:lnTo>
                  <a:pt x="3969893" y="981583"/>
                </a:lnTo>
                <a:lnTo>
                  <a:pt x="3989705" y="981583"/>
                </a:lnTo>
                <a:lnTo>
                  <a:pt x="3989705" y="961771"/>
                </a:lnTo>
                <a:close/>
              </a:path>
              <a:path w="4018279" h="3458210">
                <a:moveTo>
                  <a:pt x="3989705" y="922147"/>
                </a:moveTo>
                <a:lnTo>
                  <a:pt x="3969893" y="922147"/>
                </a:lnTo>
                <a:lnTo>
                  <a:pt x="3969893" y="941959"/>
                </a:lnTo>
                <a:lnTo>
                  <a:pt x="3989705" y="941959"/>
                </a:lnTo>
                <a:lnTo>
                  <a:pt x="3989705" y="922147"/>
                </a:lnTo>
                <a:close/>
              </a:path>
              <a:path w="4018279" h="3458210">
                <a:moveTo>
                  <a:pt x="3989705" y="882523"/>
                </a:moveTo>
                <a:lnTo>
                  <a:pt x="3969893" y="882523"/>
                </a:lnTo>
                <a:lnTo>
                  <a:pt x="3969893" y="902335"/>
                </a:lnTo>
                <a:lnTo>
                  <a:pt x="3989705" y="902335"/>
                </a:lnTo>
                <a:lnTo>
                  <a:pt x="3989705" y="882523"/>
                </a:lnTo>
                <a:close/>
              </a:path>
              <a:path w="4018279" h="3458210">
                <a:moveTo>
                  <a:pt x="3989705" y="842899"/>
                </a:moveTo>
                <a:lnTo>
                  <a:pt x="3969893" y="842899"/>
                </a:lnTo>
                <a:lnTo>
                  <a:pt x="3969893" y="862711"/>
                </a:lnTo>
                <a:lnTo>
                  <a:pt x="3989705" y="862711"/>
                </a:lnTo>
                <a:lnTo>
                  <a:pt x="3989705" y="842899"/>
                </a:lnTo>
                <a:close/>
              </a:path>
              <a:path w="4018279" h="3458210">
                <a:moveTo>
                  <a:pt x="3989705" y="803275"/>
                </a:moveTo>
                <a:lnTo>
                  <a:pt x="3969893" y="803275"/>
                </a:lnTo>
                <a:lnTo>
                  <a:pt x="3969893" y="823087"/>
                </a:lnTo>
                <a:lnTo>
                  <a:pt x="3989705" y="823087"/>
                </a:lnTo>
                <a:lnTo>
                  <a:pt x="3989705" y="803275"/>
                </a:lnTo>
                <a:close/>
              </a:path>
              <a:path w="4018279" h="3458210">
                <a:moveTo>
                  <a:pt x="3989705" y="763651"/>
                </a:moveTo>
                <a:lnTo>
                  <a:pt x="3969893" y="763651"/>
                </a:lnTo>
                <a:lnTo>
                  <a:pt x="3969893" y="783463"/>
                </a:lnTo>
                <a:lnTo>
                  <a:pt x="3989705" y="783463"/>
                </a:lnTo>
                <a:lnTo>
                  <a:pt x="3989705" y="763651"/>
                </a:lnTo>
                <a:close/>
              </a:path>
              <a:path w="4018279" h="3458210">
                <a:moveTo>
                  <a:pt x="3989705" y="724027"/>
                </a:moveTo>
                <a:lnTo>
                  <a:pt x="3969893" y="724027"/>
                </a:lnTo>
                <a:lnTo>
                  <a:pt x="3969893" y="743839"/>
                </a:lnTo>
                <a:lnTo>
                  <a:pt x="3989705" y="743839"/>
                </a:lnTo>
                <a:lnTo>
                  <a:pt x="3989705" y="724027"/>
                </a:lnTo>
                <a:close/>
              </a:path>
              <a:path w="4018279" h="3458210">
                <a:moveTo>
                  <a:pt x="3989705" y="684403"/>
                </a:moveTo>
                <a:lnTo>
                  <a:pt x="3969893" y="684403"/>
                </a:lnTo>
                <a:lnTo>
                  <a:pt x="3969893" y="704215"/>
                </a:lnTo>
                <a:lnTo>
                  <a:pt x="3989705" y="704215"/>
                </a:lnTo>
                <a:lnTo>
                  <a:pt x="3989705" y="684403"/>
                </a:lnTo>
                <a:close/>
              </a:path>
              <a:path w="4018279" h="3458210">
                <a:moveTo>
                  <a:pt x="3989705" y="644779"/>
                </a:moveTo>
                <a:lnTo>
                  <a:pt x="3969893" y="644779"/>
                </a:lnTo>
                <a:lnTo>
                  <a:pt x="3969893" y="664591"/>
                </a:lnTo>
                <a:lnTo>
                  <a:pt x="3989705" y="664591"/>
                </a:lnTo>
                <a:lnTo>
                  <a:pt x="3989705" y="644779"/>
                </a:lnTo>
                <a:close/>
              </a:path>
              <a:path w="4018279" h="3458210">
                <a:moveTo>
                  <a:pt x="3989705" y="605155"/>
                </a:moveTo>
                <a:lnTo>
                  <a:pt x="3969893" y="605155"/>
                </a:lnTo>
                <a:lnTo>
                  <a:pt x="3969893" y="624967"/>
                </a:lnTo>
                <a:lnTo>
                  <a:pt x="3989705" y="624967"/>
                </a:lnTo>
                <a:lnTo>
                  <a:pt x="3989705" y="605155"/>
                </a:lnTo>
                <a:close/>
              </a:path>
              <a:path w="4018279" h="3458210">
                <a:moveTo>
                  <a:pt x="3989705" y="565531"/>
                </a:moveTo>
                <a:lnTo>
                  <a:pt x="3969893" y="565531"/>
                </a:lnTo>
                <a:lnTo>
                  <a:pt x="3969893" y="585343"/>
                </a:lnTo>
                <a:lnTo>
                  <a:pt x="3989705" y="585343"/>
                </a:lnTo>
                <a:lnTo>
                  <a:pt x="3989705" y="565531"/>
                </a:lnTo>
                <a:close/>
              </a:path>
              <a:path w="4018279" h="3458210">
                <a:moveTo>
                  <a:pt x="3989705" y="525907"/>
                </a:moveTo>
                <a:lnTo>
                  <a:pt x="3969893" y="525907"/>
                </a:lnTo>
                <a:lnTo>
                  <a:pt x="3969893" y="545719"/>
                </a:lnTo>
                <a:lnTo>
                  <a:pt x="3989705" y="545719"/>
                </a:lnTo>
                <a:lnTo>
                  <a:pt x="3989705" y="525907"/>
                </a:lnTo>
                <a:close/>
              </a:path>
              <a:path w="4018279" h="3458210">
                <a:moveTo>
                  <a:pt x="3989705" y="486283"/>
                </a:moveTo>
                <a:lnTo>
                  <a:pt x="3969893" y="486283"/>
                </a:lnTo>
                <a:lnTo>
                  <a:pt x="3969893" y="506095"/>
                </a:lnTo>
                <a:lnTo>
                  <a:pt x="3989705" y="506095"/>
                </a:lnTo>
                <a:lnTo>
                  <a:pt x="3989705" y="486283"/>
                </a:lnTo>
                <a:close/>
              </a:path>
              <a:path w="4018279" h="3458210">
                <a:moveTo>
                  <a:pt x="3989705" y="446659"/>
                </a:moveTo>
                <a:lnTo>
                  <a:pt x="3969893" y="446659"/>
                </a:lnTo>
                <a:lnTo>
                  <a:pt x="3969893" y="466471"/>
                </a:lnTo>
                <a:lnTo>
                  <a:pt x="3989705" y="466471"/>
                </a:lnTo>
                <a:lnTo>
                  <a:pt x="3989705" y="446659"/>
                </a:lnTo>
                <a:close/>
              </a:path>
              <a:path w="4018279" h="3458210">
                <a:moveTo>
                  <a:pt x="3989705" y="407035"/>
                </a:moveTo>
                <a:lnTo>
                  <a:pt x="3969893" y="407035"/>
                </a:lnTo>
                <a:lnTo>
                  <a:pt x="3969893" y="426847"/>
                </a:lnTo>
                <a:lnTo>
                  <a:pt x="3989705" y="426847"/>
                </a:lnTo>
                <a:lnTo>
                  <a:pt x="3989705" y="407035"/>
                </a:lnTo>
                <a:close/>
              </a:path>
              <a:path w="4018279" h="3458210">
                <a:moveTo>
                  <a:pt x="3989705" y="367411"/>
                </a:moveTo>
                <a:lnTo>
                  <a:pt x="3969893" y="367411"/>
                </a:lnTo>
                <a:lnTo>
                  <a:pt x="3969893" y="387223"/>
                </a:lnTo>
                <a:lnTo>
                  <a:pt x="3989705" y="387223"/>
                </a:lnTo>
                <a:lnTo>
                  <a:pt x="3989705" y="367411"/>
                </a:lnTo>
                <a:close/>
              </a:path>
              <a:path w="4018279" h="3458210">
                <a:moveTo>
                  <a:pt x="3989705" y="327787"/>
                </a:moveTo>
                <a:lnTo>
                  <a:pt x="3969893" y="327787"/>
                </a:lnTo>
                <a:lnTo>
                  <a:pt x="3969893" y="347599"/>
                </a:lnTo>
                <a:lnTo>
                  <a:pt x="3989705" y="347599"/>
                </a:lnTo>
                <a:lnTo>
                  <a:pt x="3989705" y="327787"/>
                </a:lnTo>
                <a:close/>
              </a:path>
              <a:path w="4018279" h="3458210">
                <a:moveTo>
                  <a:pt x="3989705" y="288163"/>
                </a:moveTo>
                <a:lnTo>
                  <a:pt x="3969893" y="288163"/>
                </a:lnTo>
                <a:lnTo>
                  <a:pt x="3969893" y="307975"/>
                </a:lnTo>
                <a:lnTo>
                  <a:pt x="3989705" y="307975"/>
                </a:lnTo>
                <a:lnTo>
                  <a:pt x="3989705" y="288163"/>
                </a:lnTo>
                <a:close/>
              </a:path>
              <a:path w="4018279" h="3458210">
                <a:moveTo>
                  <a:pt x="3989705" y="248539"/>
                </a:moveTo>
                <a:lnTo>
                  <a:pt x="3969893" y="248539"/>
                </a:lnTo>
                <a:lnTo>
                  <a:pt x="3969893" y="268351"/>
                </a:lnTo>
                <a:lnTo>
                  <a:pt x="3989705" y="268351"/>
                </a:lnTo>
                <a:lnTo>
                  <a:pt x="3989705" y="248539"/>
                </a:lnTo>
                <a:close/>
              </a:path>
              <a:path w="4018279" h="3458210">
                <a:moveTo>
                  <a:pt x="3989705" y="208915"/>
                </a:moveTo>
                <a:lnTo>
                  <a:pt x="3969893" y="208915"/>
                </a:lnTo>
                <a:lnTo>
                  <a:pt x="3969893" y="228727"/>
                </a:lnTo>
                <a:lnTo>
                  <a:pt x="3989705" y="228727"/>
                </a:lnTo>
                <a:lnTo>
                  <a:pt x="3989705" y="208915"/>
                </a:lnTo>
                <a:close/>
              </a:path>
              <a:path w="4018279" h="3458210">
                <a:moveTo>
                  <a:pt x="3989705" y="169291"/>
                </a:moveTo>
                <a:lnTo>
                  <a:pt x="3969893" y="169291"/>
                </a:lnTo>
                <a:lnTo>
                  <a:pt x="3969893" y="189103"/>
                </a:lnTo>
                <a:lnTo>
                  <a:pt x="3989705" y="189103"/>
                </a:lnTo>
                <a:lnTo>
                  <a:pt x="3989705" y="169291"/>
                </a:lnTo>
                <a:close/>
              </a:path>
              <a:path w="4018279" h="3458210">
                <a:moveTo>
                  <a:pt x="3989705" y="129667"/>
                </a:moveTo>
                <a:lnTo>
                  <a:pt x="3969893" y="129667"/>
                </a:lnTo>
                <a:lnTo>
                  <a:pt x="3969893" y="149479"/>
                </a:lnTo>
                <a:lnTo>
                  <a:pt x="3989705" y="149479"/>
                </a:lnTo>
                <a:lnTo>
                  <a:pt x="3989705" y="129667"/>
                </a:lnTo>
                <a:close/>
              </a:path>
              <a:path w="4018279" h="3458210">
                <a:moveTo>
                  <a:pt x="3989705" y="90043"/>
                </a:moveTo>
                <a:lnTo>
                  <a:pt x="3969893" y="90043"/>
                </a:lnTo>
                <a:lnTo>
                  <a:pt x="3969893" y="109855"/>
                </a:lnTo>
                <a:lnTo>
                  <a:pt x="3989705" y="109855"/>
                </a:lnTo>
                <a:lnTo>
                  <a:pt x="3989705" y="90043"/>
                </a:lnTo>
                <a:close/>
              </a:path>
              <a:path w="4018279" h="3458210">
                <a:moveTo>
                  <a:pt x="3989705" y="50419"/>
                </a:moveTo>
                <a:lnTo>
                  <a:pt x="3969893" y="50419"/>
                </a:lnTo>
                <a:lnTo>
                  <a:pt x="3969893" y="70231"/>
                </a:lnTo>
                <a:lnTo>
                  <a:pt x="3989705" y="70231"/>
                </a:lnTo>
                <a:lnTo>
                  <a:pt x="3989705" y="50419"/>
                </a:lnTo>
                <a:close/>
              </a:path>
              <a:path w="4018279" h="3458210">
                <a:moveTo>
                  <a:pt x="4017899" y="1583436"/>
                </a:moveTo>
                <a:lnTo>
                  <a:pt x="3979799" y="1507236"/>
                </a:lnTo>
                <a:lnTo>
                  <a:pt x="3941699" y="1583436"/>
                </a:lnTo>
                <a:lnTo>
                  <a:pt x="4017899" y="1583436"/>
                </a:lnTo>
                <a:close/>
              </a:path>
              <a:path w="4018279" h="3458210">
                <a:moveTo>
                  <a:pt x="4017899" y="1056132"/>
                </a:moveTo>
                <a:lnTo>
                  <a:pt x="3989705" y="1056132"/>
                </a:lnTo>
                <a:lnTo>
                  <a:pt x="3989705" y="1041019"/>
                </a:lnTo>
                <a:lnTo>
                  <a:pt x="3969893" y="1041019"/>
                </a:lnTo>
                <a:lnTo>
                  <a:pt x="3969893" y="1056132"/>
                </a:lnTo>
                <a:lnTo>
                  <a:pt x="3941699" y="1056132"/>
                </a:lnTo>
                <a:lnTo>
                  <a:pt x="3979799" y="1132332"/>
                </a:lnTo>
                <a:lnTo>
                  <a:pt x="4015549" y="1060831"/>
                </a:lnTo>
                <a:lnTo>
                  <a:pt x="4017899" y="1056132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3">
            <a:extLst>
              <a:ext uri="{FF2B5EF4-FFF2-40B4-BE49-F238E27FC236}">
                <a16:creationId xmlns:a16="http://schemas.microsoft.com/office/drawing/2014/main" id="{3AD86F52-7050-4297-BC5A-3F03A6EAC520}"/>
              </a:ext>
            </a:extLst>
          </p:cNvPr>
          <p:cNvSpPr txBox="1"/>
          <p:nvPr/>
        </p:nvSpPr>
        <p:spPr>
          <a:xfrm>
            <a:off x="8226043" y="2882645"/>
            <a:ext cx="286829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00AFEF"/>
                </a:solidFill>
                <a:latin typeface="微软雅黑"/>
                <a:cs typeface="微软雅黑"/>
              </a:rPr>
              <a:t>以用例为起点，选取</a:t>
            </a:r>
            <a:r>
              <a:rPr sz="1600" b="1" spc="-25" dirty="0">
                <a:latin typeface="微软雅黑"/>
                <a:cs typeface="微软雅黑"/>
              </a:rPr>
              <a:t>备选对象</a:t>
            </a:r>
            <a:r>
              <a:rPr sz="1600" spc="-50" dirty="0">
                <a:solidFill>
                  <a:srgbClr val="00AFEF"/>
                </a:solidFill>
                <a:latin typeface="微软雅黑"/>
                <a:cs typeface="微软雅黑"/>
              </a:rPr>
              <a:t>，</a:t>
            </a:r>
            <a:r>
              <a:rPr sz="1600" spc="-30" dirty="0">
                <a:solidFill>
                  <a:srgbClr val="00AFEF"/>
                </a:solidFill>
                <a:latin typeface="微软雅黑"/>
                <a:cs typeface="微软雅黑"/>
              </a:rPr>
              <a:t>以对象为节点，采用时序图，</a:t>
            </a:r>
            <a:r>
              <a:rPr sz="1600" spc="500" dirty="0">
                <a:solidFill>
                  <a:srgbClr val="00AFEF"/>
                </a:solidFill>
                <a:latin typeface="微软雅黑"/>
                <a:cs typeface="微软雅黑"/>
              </a:rPr>
              <a:t> </a:t>
            </a:r>
            <a:r>
              <a:rPr sz="1600" spc="-30" dirty="0">
                <a:solidFill>
                  <a:srgbClr val="00AFEF"/>
                </a:solidFill>
                <a:latin typeface="微软雅黑"/>
                <a:cs typeface="微软雅黑"/>
              </a:rPr>
              <a:t>梳理流程，形成功能结构</a:t>
            </a:r>
            <a:endParaRPr sz="16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00307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3. </a:t>
            </a:r>
            <a:r>
              <a:rPr lang="zh-CN" altLang="en-US" sz="2800" dirty="0">
                <a:solidFill>
                  <a:srgbClr val="C00000"/>
                </a:solidFill>
              </a:rPr>
              <a:t>结构的抽取的技</a:t>
            </a:r>
            <a:r>
              <a:rPr lang="zh-CN" altLang="en-US" sz="2800" spc="-50" dirty="0">
                <a:solidFill>
                  <a:srgbClr val="C00000"/>
                </a:solidFill>
              </a:rPr>
              <a:t>巧</a:t>
            </a:r>
            <a:endParaRPr lang="zh-CN" altLang="en-US" sz="28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object 3">
            <a:extLst>
              <a:ext uri="{FF2B5EF4-FFF2-40B4-BE49-F238E27FC236}">
                <a16:creationId xmlns:a16="http://schemas.microsoft.com/office/drawing/2014/main" id="{0675CB83-3BEF-4527-A769-A81096351854}"/>
              </a:ext>
            </a:extLst>
          </p:cNvPr>
          <p:cNvSpPr/>
          <p:nvPr/>
        </p:nvSpPr>
        <p:spPr>
          <a:xfrm>
            <a:off x="1080516" y="3924300"/>
            <a:ext cx="2696210" cy="376555"/>
          </a:xfrm>
          <a:custGeom>
            <a:avLst/>
            <a:gdLst/>
            <a:ahLst/>
            <a:cxnLst/>
            <a:rect l="l" t="t" r="r" b="b"/>
            <a:pathLst>
              <a:path w="2696210" h="376554">
                <a:moveTo>
                  <a:pt x="0" y="62737"/>
                </a:moveTo>
                <a:lnTo>
                  <a:pt x="4930" y="38308"/>
                </a:lnTo>
                <a:lnTo>
                  <a:pt x="18376" y="18367"/>
                </a:lnTo>
                <a:lnTo>
                  <a:pt x="38319" y="4927"/>
                </a:lnTo>
                <a:lnTo>
                  <a:pt x="62737" y="0"/>
                </a:lnTo>
                <a:lnTo>
                  <a:pt x="2633218" y="0"/>
                </a:lnTo>
                <a:lnTo>
                  <a:pt x="2657647" y="4927"/>
                </a:lnTo>
                <a:lnTo>
                  <a:pt x="2677588" y="18367"/>
                </a:lnTo>
                <a:lnTo>
                  <a:pt x="2691028" y="38308"/>
                </a:lnTo>
                <a:lnTo>
                  <a:pt x="2695956" y="62737"/>
                </a:lnTo>
                <a:lnTo>
                  <a:pt x="2695956" y="313689"/>
                </a:lnTo>
                <a:lnTo>
                  <a:pt x="2691028" y="338119"/>
                </a:lnTo>
                <a:lnTo>
                  <a:pt x="2677588" y="358060"/>
                </a:lnTo>
                <a:lnTo>
                  <a:pt x="2657647" y="371500"/>
                </a:lnTo>
                <a:lnTo>
                  <a:pt x="2633218" y="376427"/>
                </a:lnTo>
                <a:lnTo>
                  <a:pt x="62737" y="376427"/>
                </a:lnTo>
                <a:lnTo>
                  <a:pt x="38319" y="371500"/>
                </a:lnTo>
                <a:lnTo>
                  <a:pt x="18376" y="358060"/>
                </a:lnTo>
                <a:lnTo>
                  <a:pt x="4930" y="338119"/>
                </a:lnTo>
                <a:lnTo>
                  <a:pt x="0" y="313689"/>
                </a:lnTo>
                <a:lnTo>
                  <a:pt x="0" y="62737"/>
                </a:lnTo>
                <a:close/>
              </a:path>
            </a:pathLst>
          </a:custGeom>
          <a:ln w="12191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6E4F8FA1-7057-441A-A6E6-43DFABEAE5DC}"/>
              </a:ext>
            </a:extLst>
          </p:cNvPr>
          <p:cNvSpPr txBox="1"/>
          <p:nvPr/>
        </p:nvSpPr>
        <p:spPr>
          <a:xfrm>
            <a:off x="2034285" y="3937761"/>
            <a:ext cx="789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FF0000"/>
                </a:solidFill>
                <a:latin typeface="微软雅黑"/>
                <a:cs typeface="微软雅黑"/>
              </a:rPr>
              <a:t>时序图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55083B61-171A-4987-9DA0-105BFEE4C586}"/>
              </a:ext>
            </a:extLst>
          </p:cNvPr>
          <p:cNvSpPr/>
          <p:nvPr/>
        </p:nvSpPr>
        <p:spPr>
          <a:xfrm>
            <a:off x="1080516" y="2223516"/>
            <a:ext cx="2696210" cy="376555"/>
          </a:xfrm>
          <a:custGeom>
            <a:avLst/>
            <a:gdLst/>
            <a:ahLst/>
            <a:cxnLst/>
            <a:rect l="l" t="t" r="r" b="b"/>
            <a:pathLst>
              <a:path w="2696210" h="376555">
                <a:moveTo>
                  <a:pt x="0" y="62737"/>
                </a:moveTo>
                <a:lnTo>
                  <a:pt x="4930" y="38308"/>
                </a:lnTo>
                <a:lnTo>
                  <a:pt x="18376" y="18367"/>
                </a:lnTo>
                <a:lnTo>
                  <a:pt x="38319" y="4927"/>
                </a:lnTo>
                <a:lnTo>
                  <a:pt x="62737" y="0"/>
                </a:lnTo>
                <a:lnTo>
                  <a:pt x="2633218" y="0"/>
                </a:lnTo>
                <a:lnTo>
                  <a:pt x="2657647" y="4927"/>
                </a:lnTo>
                <a:lnTo>
                  <a:pt x="2677588" y="18367"/>
                </a:lnTo>
                <a:lnTo>
                  <a:pt x="2691028" y="38308"/>
                </a:lnTo>
                <a:lnTo>
                  <a:pt x="2695956" y="62737"/>
                </a:lnTo>
                <a:lnTo>
                  <a:pt x="2695956" y="313689"/>
                </a:lnTo>
                <a:lnTo>
                  <a:pt x="2691028" y="338119"/>
                </a:lnTo>
                <a:lnTo>
                  <a:pt x="2677588" y="358060"/>
                </a:lnTo>
                <a:lnTo>
                  <a:pt x="2657647" y="371500"/>
                </a:lnTo>
                <a:lnTo>
                  <a:pt x="2633218" y="376428"/>
                </a:lnTo>
                <a:lnTo>
                  <a:pt x="62737" y="376428"/>
                </a:lnTo>
                <a:lnTo>
                  <a:pt x="38319" y="371500"/>
                </a:lnTo>
                <a:lnTo>
                  <a:pt x="18376" y="358060"/>
                </a:lnTo>
                <a:lnTo>
                  <a:pt x="4930" y="338119"/>
                </a:lnTo>
                <a:lnTo>
                  <a:pt x="0" y="313689"/>
                </a:lnTo>
                <a:lnTo>
                  <a:pt x="0" y="62737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648BD01B-6B5F-4350-B3B2-1B8B40B9DD19}"/>
              </a:ext>
            </a:extLst>
          </p:cNvPr>
          <p:cNvSpPr txBox="1"/>
          <p:nvPr/>
        </p:nvSpPr>
        <p:spPr>
          <a:xfrm>
            <a:off x="2034285" y="2236724"/>
            <a:ext cx="7893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FF0000"/>
                </a:solidFill>
                <a:latin typeface="微软雅黑"/>
                <a:cs typeface="微软雅黑"/>
              </a:rPr>
              <a:t>用例图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03860E59-8E1A-414F-B197-FF016F632FB1}"/>
              </a:ext>
            </a:extLst>
          </p:cNvPr>
          <p:cNvSpPr/>
          <p:nvPr/>
        </p:nvSpPr>
        <p:spPr>
          <a:xfrm>
            <a:off x="2389632" y="2599944"/>
            <a:ext cx="76200" cy="1325880"/>
          </a:xfrm>
          <a:custGeom>
            <a:avLst/>
            <a:gdLst/>
            <a:ahLst/>
            <a:cxnLst/>
            <a:rect l="l" t="t" r="r" b="b"/>
            <a:pathLst>
              <a:path w="76200" h="1325879">
                <a:moveTo>
                  <a:pt x="31750" y="1249552"/>
                </a:moveTo>
                <a:lnTo>
                  <a:pt x="0" y="1249552"/>
                </a:lnTo>
                <a:lnTo>
                  <a:pt x="38100" y="1325752"/>
                </a:lnTo>
                <a:lnTo>
                  <a:pt x="69850" y="1262252"/>
                </a:lnTo>
                <a:lnTo>
                  <a:pt x="31750" y="1262252"/>
                </a:lnTo>
                <a:lnTo>
                  <a:pt x="31750" y="1249552"/>
                </a:lnTo>
                <a:close/>
              </a:path>
              <a:path w="76200" h="1325879">
                <a:moveTo>
                  <a:pt x="44450" y="0"/>
                </a:moveTo>
                <a:lnTo>
                  <a:pt x="31750" y="0"/>
                </a:lnTo>
                <a:lnTo>
                  <a:pt x="31750" y="1262252"/>
                </a:lnTo>
                <a:lnTo>
                  <a:pt x="44450" y="1262252"/>
                </a:lnTo>
                <a:lnTo>
                  <a:pt x="44450" y="0"/>
                </a:lnTo>
                <a:close/>
              </a:path>
              <a:path w="76200" h="1325879">
                <a:moveTo>
                  <a:pt x="76200" y="1249552"/>
                </a:moveTo>
                <a:lnTo>
                  <a:pt x="44450" y="1249552"/>
                </a:lnTo>
                <a:lnTo>
                  <a:pt x="44450" y="1262252"/>
                </a:lnTo>
                <a:lnTo>
                  <a:pt x="69850" y="1262252"/>
                </a:lnTo>
                <a:lnTo>
                  <a:pt x="76200" y="124955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F283A4B1-27F7-4BCA-AB56-D9882ADC9CD7}"/>
              </a:ext>
            </a:extLst>
          </p:cNvPr>
          <p:cNvSpPr txBox="1"/>
          <p:nvPr/>
        </p:nvSpPr>
        <p:spPr>
          <a:xfrm>
            <a:off x="2703322" y="2995929"/>
            <a:ext cx="26606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30" dirty="0">
                <a:latin typeface="微软雅黑"/>
                <a:cs typeface="微软雅黑"/>
              </a:rPr>
              <a:t>备选对象，数据流程：开始分</a:t>
            </a:r>
            <a:r>
              <a:rPr sz="1600" b="1" spc="-35" dirty="0">
                <a:latin typeface="微软雅黑"/>
                <a:cs typeface="微软雅黑"/>
              </a:rPr>
              <a:t>析与抽取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D6020D3B-2305-44C2-962B-C1FE0197CC6E}"/>
              </a:ext>
            </a:extLst>
          </p:cNvPr>
          <p:cNvSpPr/>
          <p:nvPr/>
        </p:nvSpPr>
        <p:spPr>
          <a:xfrm>
            <a:off x="5155691" y="3552444"/>
            <a:ext cx="1571625" cy="375285"/>
          </a:xfrm>
          <a:custGeom>
            <a:avLst/>
            <a:gdLst/>
            <a:ahLst/>
            <a:cxnLst/>
            <a:rect l="l" t="t" r="r" b="b"/>
            <a:pathLst>
              <a:path w="1571625" h="375285">
                <a:moveTo>
                  <a:pt x="0" y="62483"/>
                </a:moveTo>
                <a:lnTo>
                  <a:pt x="4905" y="38147"/>
                </a:lnTo>
                <a:lnTo>
                  <a:pt x="18288" y="18287"/>
                </a:lnTo>
                <a:lnTo>
                  <a:pt x="38147" y="4905"/>
                </a:lnTo>
                <a:lnTo>
                  <a:pt x="62484" y="0"/>
                </a:lnTo>
                <a:lnTo>
                  <a:pt x="1508760" y="0"/>
                </a:lnTo>
                <a:lnTo>
                  <a:pt x="1533096" y="4905"/>
                </a:lnTo>
                <a:lnTo>
                  <a:pt x="1552956" y="18287"/>
                </a:lnTo>
                <a:lnTo>
                  <a:pt x="1566338" y="38147"/>
                </a:lnTo>
                <a:lnTo>
                  <a:pt x="1571243" y="62483"/>
                </a:lnTo>
                <a:lnTo>
                  <a:pt x="1571243" y="312419"/>
                </a:lnTo>
                <a:lnTo>
                  <a:pt x="1566338" y="336756"/>
                </a:lnTo>
                <a:lnTo>
                  <a:pt x="1552956" y="356615"/>
                </a:lnTo>
                <a:lnTo>
                  <a:pt x="1533096" y="369998"/>
                </a:lnTo>
                <a:lnTo>
                  <a:pt x="1508760" y="374903"/>
                </a:lnTo>
                <a:lnTo>
                  <a:pt x="62484" y="374903"/>
                </a:lnTo>
                <a:lnTo>
                  <a:pt x="38147" y="369998"/>
                </a:lnTo>
                <a:lnTo>
                  <a:pt x="18287" y="356615"/>
                </a:lnTo>
                <a:lnTo>
                  <a:pt x="4905" y="336756"/>
                </a:lnTo>
                <a:lnTo>
                  <a:pt x="0" y="312419"/>
                </a:lnTo>
                <a:lnTo>
                  <a:pt x="0" y="62483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0">
            <a:extLst>
              <a:ext uri="{FF2B5EF4-FFF2-40B4-BE49-F238E27FC236}">
                <a16:creationId xmlns:a16="http://schemas.microsoft.com/office/drawing/2014/main" id="{84C850CD-42E2-4C62-88A1-0B673A42F9BF}"/>
              </a:ext>
            </a:extLst>
          </p:cNvPr>
          <p:cNvSpPr txBox="1"/>
          <p:nvPr/>
        </p:nvSpPr>
        <p:spPr>
          <a:xfrm>
            <a:off x="5420614" y="3565016"/>
            <a:ext cx="1043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FF0000"/>
                </a:solidFill>
                <a:latin typeface="微软雅黑"/>
                <a:cs typeface="微软雅黑"/>
              </a:rPr>
              <a:t>功能结构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9" name="object 11">
            <a:extLst>
              <a:ext uri="{FF2B5EF4-FFF2-40B4-BE49-F238E27FC236}">
                <a16:creationId xmlns:a16="http://schemas.microsoft.com/office/drawing/2014/main" id="{03B6DB55-ABAF-4882-9990-611BFA847914}"/>
              </a:ext>
            </a:extLst>
          </p:cNvPr>
          <p:cNvSpPr/>
          <p:nvPr/>
        </p:nvSpPr>
        <p:spPr>
          <a:xfrm>
            <a:off x="5155691" y="4521708"/>
            <a:ext cx="1565275" cy="376555"/>
          </a:xfrm>
          <a:custGeom>
            <a:avLst/>
            <a:gdLst/>
            <a:ahLst/>
            <a:cxnLst/>
            <a:rect l="l" t="t" r="r" b="b"/>
            <a:pathLst>
              <a:path w="1565275" h="376554">
                <a:moveTo>
                  <a:pt x="0" y="62738"/>
                </a:moveTo>
                <a:lnTo>
                  <a:pt x="4927" y="38308"/>
                </a:lnTo>
                <a:lnTo>
                  <a:pt x="18367" y="18367"/>
                </a:lnTo>
                <a:lnTo>
                  <a:pt x="38308" y="4927"/>
                </a:lnTo>
                <a:lnTo>
                  <a:pt x="62737" y="0"/>
                </a:lnTo>
                <a:lnTo>
                  <a:pt x="1502410" y="0"/>
                </a:lnTo>
                <a:lnTo>
                  <a:pt x="1526839" y="4927"/>
                </a:lnTo>
                <a:lnTo>
                  <a:pt x="1546780" y="18367"/>
                </a:lnTo>
                <a:lnTo>
                  <a:pt x="1560220" y="38308"/>
                </a:lnTo>
                <a:lnTo>
                  <a:pt x="1565148" y="62738"/>
                </a:lnTo>
                <a:lnTo>
                  <a:pt x="1565148" y="313690"/>
                </a:lnTo>
                <a:lnTo>
                  <a:pt x="1560220" y="338119"/>
                </a:lnTo>
                <a:lnTo>
                  <a:pt x="1546780" y="358060"/>
                </a:lnTo>
                <a:lnTo>
                  <a:pt x="1526839" y="371500"/>
                </a:lnTo>
                <a:lnTo>
                  <a:pt x="1502410" y="376428"/>
                </a:lnTo>
                <a:lnTo>
                  <a:pt x="62737" y="376428"/>
                </a:lnTo>
                <a:lnTo>
                  <a:pt x="38308" y="371500"/>
                </a:lnTo>
                <a:lnTo>
                  <a:pt x="18367" y="358060"/>
                </a:lnTo>
                <a:lnTo>
                  <a:pt x="4927" y="338119"/>
                </a:lnTo>
                <a:lnTo>
                  <a:pt x="0" y="313690"/>
                </a:lnTo>
                <a:lnTo>
                  <a:pt x="0" y="62738"/>
                </a:lnTo>
                <a:close/>
              </a:path>
            </a:pathLst>
          </a:custGeom>
          <a:ln w="12191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2">
            <a:extLst>
              <a:ext uri="{FF2B5EF4-FFF2-40B4-BE49-F238E27FC236}">
                <a16:creationId xmlns:a16="http://schemas.microsoft.com/office/drawing/2014/main" id="{2731392E-6A0F-4EC4-85C8-EB295DCA674D}"/>
              </a:ext>
            </a:extLst>
          </p:cNvPr>
          <p:cNvSpPr txBox="1"/>
          <p:nvPr/>
        </p:nvSpPr>
        <p:spPr>
          <a:xfrm>
            <a:off x="5417058" y="4535170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FF0000"/>
                </a:solidFill>
                <a:latin typeface="微软雅黑"/>
                <a:cs typeface="微软雅黑"/>
              </a:rPr>
              <a:t>数据结构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1" name="object 13">
            <a:extLst>
              <a:ext uri="{FF2B5EF4-FFF2-40B4-BE49-F238E27FC236}">
                <a16:creationId xmlns:a16="http://schemas.microsoft.com/office/drawing/2014/main" id="{9DF835E9-53C5-4E5C-B41B-3CDBF4E96A66}"/>
              </a:ext>
            </a:extLst>
          </p:cNvPr>
          <p:cNvSpPr/>
          <p:nvPr/>
        </p:nvSpPr>
        <p:spPr>
          <a:xfrm>
            <a:off x="3776472" y="3701795"/>
            <a:ext cx="1379220" cy="1047115"/>
          </a:xfrm>
          <a:custGeom>
            <a:avLst/>
            <a:gdLst/>
            <a:ahLst/>
            <a:cxnLst/>
            <a:rect l="l" t="t" r="r" b="b"/>
            <a:pathLst>
              <a:path w="1379220" h="1047114">
                <a:moveTo>
                  <a:pt x="1379220" y="38100"/>
                </a:moveTo>
                <a:lnTo>
                  <a:pt x="1366520" y="31750"/>
                </a:lnTo>
                <a:lnTo>
                  <a:pt x="1303020" y="0"/>
                </a:lnTo>
                <a:lnTo>
                  <a:pt x="1303020" y="31750"/>
                </a:lnTo>
                <a:lnTo>
                  <a:pt x="683260" y="31750"/>
                </a:lnTo>
                <a:lnTo>
                  <a:pt x="683260" y="404495"/>
                </a:lnTo>
                <a:lnTo>
                  <a:pt x="0" y="404495"/>
                </a:lnTo>
                <a:lnTo>
                  <a:pt x="0" y="405130"/>
                </a:lnTo>
                <a:lnTo>
                  <a:pt x="0" y="417195"/>
                </a:lnTo>
                <a:lnTo>
                  <a:pt x="0" y="417830"/>
                </a:lnTo>
                <a:lnTo>
                  <a:pt x="683260" y="417830"/>
                </a:lnTo>
                <a:lnTo>
                  <a:pt x="683260" y="1015111"/>
                </a:lnTo>
                <a:lnTo>
                  <a:pt x="1303020" y="1015111"/>
                </a:lnTo>
                <a:lnTo>
                  <a:pt x="1303020" y="1046861"/>
                </a:lnTo>
                <a:lnTo>
                  <a:pt x="1366520" y="1015111"/>
                </a:lnTo>
                <a:lnTo>
                  <a:pt x="1379220" y="1008761"/>
                </a:lnTo>
                <a:lnTo>
                  <a:pt x="1366520" y="1002411"/>
                </a:lnTo>
                <a:lnTo>
                  <a:pt x="1303020" y="970661"/>
                </a:lnTo>
                <a:lnTo>
                  <a:pt x="1303020" y="1002411"/>
                </a:lnTo>
                <a:lnTo>
                  <a:pt x="695960" y="1002411"/>
                </a:lnTo>
                <a:lnTo>
                  <a:pt x="695960" y="44450"/>
                </a:lnTo>
                <a:lnTo>
                  <a:pt x="1303020" y="44450"/>
                </a:lnTo>
                <a:lnTo>
                  <a:pt x="1303020" y="76200"/>
                </a:lnTo>
                <a:lnTo>
                  <a:pt x="1366520" y="44450"/>
                </a:lnTo>
                <a:lnTo>
                  <a:pt x="1379220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4">
            <a:extLst>
              <a:ext uri="{FF2B5EF4-FFF2-40B4-BE49-F238E27FC236}">
                <a16:creationId xmlns:a16="http://schemas.microsoft.com/office/drawing/2014/main" id="{57107A92-D133-47DE-BD8F-06218D145A3A}"/>
              </a:ext>
            </a:extLst>
          </p:cNvPr>
          <p:cNvSpPr txBox="1"/>
          <p:nvPr/>
        </p:nvSpPr>
        <p:spPr>
          <a:xfrm>
            <a:off x="6874891" y="3596462"/>
            <a:ext cx="10388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5" dirty="0">
                <a:solidFill>
                  <a:srgbClr val="00AFEF"/>
                </a:solidFill>
                <a:latin typeface="微软雅黑"/>
                <a:cs typeface="微软雅黑"/>
              </a:rPr>
              <a:t>组织图描述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23" name="object 15">
            <a:extLst>
              <a:ext uri="{FF2B5EF4-FFF2-40B4-BE49-F238E27FC236}">
                <a16:creationId xmlns:a16="http://schemas.microsoft.com/office/drawing/2014/main" id="{F674711E-6781-43B6-9B0E-5195EB54948D}"/>
              </a:ext>
            </a:extLst>
          </p:cNvPr>
          <p:cNvSpPr txBox="1"/>
          <p:nvPr/>
        </p:nvSpPr>
        <p:spPr>
          <a:xfrm>
            <a:off x="6874891" y="4539234"/>
            <a:ext cx="8362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5" dirty="0">
                <a:solidFill>
                  <a:srgbClr val="00AFEF"/>
                </a:solidFill>
                <a:latin typeface="微软雅黑"/>
                <a:cs typeface="微软雅黑"/>
              </a:rPr>
              <a:t>表格描述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24" name="object 16">
            <a:extLst>
              <a:ext uri="{FF2B5EF4-FFF2-40B4-BE49-F238E27FC236}">
                <a16:creationId xmlns:a16="http://schemas.microsoft.com/office/drawing/2014/main" id="{A3E8DDF9-2770-474E-8FE8-B5B05DEE4DDB}"/>
              </a:ext>
            </a:extLst>
          </p:cNvPr>
          <p:cNvSpPr/>
          <p:nvPr/>
        </p:nvSpPr>
        <p:spPr>
          <a:xfrm>
            <a:off x="8006333" y="2971038"/>
            <a:ext cx="0" cy="2419350"/>
          </a:xfrm>
          <a:custGeom>
            <a:avLst/>
            <a:gdLst/>
            <a:ahLst/>
            <a:cxnLst/>
            <a:rect l="l" t="t" r="r" b="b"/>
            <a:pathLst>
              <a:path h="2419350">
                <a:moveTo>
                  <a:pt x="0" y="0"/>
                </a:moveTo>
                <a:lnTo>
                  <a:pt x="0" y="2418969"/>
                </a:lnTo>
              </a:path>
            </a:pathLst>
          </a:custGeom>
          <a:ln w="28956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7">
            <a:extLst>
              <a:ext uri="{FF2B5EF4-FFF2-40B4-BE49-F238E27FC236}">
                <a16:creationId xmlns:a16="http://schemas.microsoft.com/office/drawing/2014/main" id="{DF880A5B-1624-4C29-8181-84CAC1AEF35B}"/>
              </a:ext>
            </a:extLst>
          </p:cNvPr>
          <p:cNvSpPr txBox="1"/>
          <p:nvPr/>
        </p:nvSpPr>
        <p:spPr>
          <a:xfrm>
            <a:off x="8351011" y="3354070"/>
            <a:ext cx="2715260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微软雅黑"/>
                <a:cs typeface="微软雅黑"/>
              </a:rPr>
              <a:t>ER</a:t>
            </a:r>
            <a:r>
              <a:rPr sz="1600" b="1" spc="-30" dirty="0">
                <a:latin typeface="微软雅黑"/>
                <a:cs typeface="微软雅黑"/>
              </a:rPr>
              <a:t>图强烈建议使用对象图描述对象图转换为类图</a:t>
            </a:r>
            <a:endParaRPr sz="16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600" b="1" spc="-30" dirty="0">
                <a:latin typeface="微软雅黑"/>
                <a:cs typeface="微软雅黑"/>
              </a:rPr>
              <a:t>类图按照功能分配分成</a:t>
            </a:r>
            <a:endParaRPr sz="1600">
              <a:latin typeface="微软雅黑"/>
              <a:cs typeface="微软雅黑"/>
            </a:endParaRPr>
          </a:p>
          <a:p>
            <a:pPr marL="497840" indent="-24447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97840" algn="l"/>
              </a:tabLst>
            </a:pPr>
            <a:r>
              <a:rPr sz="1600" b="1" spc="-35" dirty="0">
                <a:latin typeface="微软雅黑"/>
                <a:cs typeface="微软雅黑"/>
              </a:rPr>
              <a:t>实体类</a:t>
            </a:r>
            <a:endParaRPr sz="1600">
              <a:latin typeface="微软雅黑"/>
              <a:cs typeface="微软雅黑"/>
            </a:endParaRPr>
          </a:p>
          <a:p>
            <a:pPr marL="497840" indent="-244475">
              <a:lnSpc>
                <a:spcPct val="100000"/>
              </a:lnSpc>
              <a:buAutoNum type="arabicPeriod"/>
              <a:tabLst>
                <a:tab pos="497840" algn="l"/>
              </a:tabLst>
            </a:pPr>
            <a:r>
              <a:rPr sz="1600" b="1" spc="-25" dirty="0">
                <a:latin typeface="微软雅黑"/>
                <a:cs typeface="微软雅黑"/>
              </a:rPr>
              <a:t>功能类（配异常类</a:t>
            </a:r>
            <a:r>
              <a:rPr sz="1600" b="1" spc="-50" dirty="0">
                <a:latin typeface="微软雅黑"/>
                <a:cs typeface="微软雅黑"/>
              </a:rPr>
              <a:t>）</a:t>
            </a:r>
            <a:endParaRPr sz="16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369338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C00000"/>
                </a:solidFill>
              </a:rPr>
              <a:t>4.</a:t>
            </a:r>
            <a:r>
              <a:rPr lang="en-US" altLang="zh-CN" sz="2800" spc="-15" dirty="0">
                <a:solidFill>
                  <a:srgbClr val="C00000"/>
                </a:solidFill>
              </a:rPr>
              <a:t> </a:t>
            </a:r>
            <a:r>
              <a:rPr lang="en-US" altLang="zh-CN" sz="2800" spc="-35" dirty="0">
                <a:solidFill>
                  <a:srgbClr val="C00000"/>
                </a:solidFill>
              </a:rPr>
              <a:t>UML</a:t>
            </a:r>
            <a:r>
              <a:rPr lang="zh-CN" altLang="en-US" sz="2800" dirty="0">
                <a:solidFill>
                  <a:srgbClr val="C00000"/>
                </a:solidFill>
              </a:rPr>
              <a:t>的重要</a:t>
            </a:r>
            <a:r>
              <a:rPr lang="zh-CN" altLang="en-US" sz="2800" spc="-50" dirty="0">
                <a:solidFill>
                  <a:srgbClr val="C00000"/>
                </a:solidFill>
              </a:rPr>
              <a:t>性</a:t>
            </a:r>
            <a:endParaRPr lang="zh-CN" altLang="en-US" sz="28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object 3">
            <a:extLst>
              <a:ext uri="{FF2B5EF4-FFF2-40B4-BE49-F238E27FC236}">
                <a16:creationId xmlns:a16="http://schemas.microsoft.com/office/drawing/2014/main" id="{D237FB62-E941-4D35-B219-DB71E4D1A055}"/>
              </a:ext>
            </a:extLst>
          </p:cNvPr>
          <p:cNvSpPr/>
          <p:nvPr/>
        </p:nvSpPr>
        <p:spPr>
          <a:xfrm>
            <a:off x="745997" y="4022344"/>
            <a:ext cx="1572895" cy="375285"/>
          </a:xfrm>
          <a:custGeom>
            <a:avLst/>
            <a:gdLst/>
            <a:ahLst/>
            <a:cxnLst/>
            <a:rect l="l" t="t" r="r" b="b"/>
            <a:pathLst>
              <a:path w="1572895" h="375285">
                <a:moveTo>
                  <a:pt x="0" y="62483"/>
                </a:moveTo>
                <a:lnTo>
                  <a:pt x="4910" y="38147"/>
                </a:lnTo>
                <a:lnTo>
                  <a:pt x="18302" y="18287"/>
                </a:lnTo>
                <a:lnTo>
                  <a:pt x="38163" y="4905"/>
                </a:lnTo>
                <a:lnTo>
                  <a:pt x="62483" y="0"/>
                </a:lnTo>
                <a:lnTo>
                  <a:pt x="1510283" y="0"/>
                </a:lnTo>
                <a:lnTo>
                  <a:pt x="1534620" y="4905"/>
                </a:lnTo>
                <a:lnTo>
                  <a:pt x="1554479" y="18287"/>
                </a:lnTo>
                <a:lnTo>
                  <a:pt x="1567862" y="38147"/>
                </a:lnTo>
                <a:lnTo>
                  <a:pt x="1572768" y="62483"/>
                </a:lnTo>
                <a:lnTo>
                  <a:pt x="1572768" y="312419"/>
                </a:lnTo>
                <a:lnTo>
                  <a:pt x="1567862" y="336756"/>
                </a:lnTo>
                <a:lnTo>
                  <a:pt x="1554480" y="356615"/>
                </a:lnTo>
                <a:lnTo>
                  <a:pt x="1534620" y="369998"/>
                </a:lnTo>
                <a:lnTo>
                  <a:pt x="1510283" y="374903"/>
                </a:lnTo>
                <a:lnTo>
                  <a:pt x="62483" y="374903"/>
                </a:lnTo>
                <a:lnTo>
                  <a:pt x="38163" y="369998"/>
                </a:lnTo>
                <a:lnTo>
                  <a:pt x="18302" y="356615"/>
                </a:lnTo>
                <a:lnTo>
                  <a:pt x="4910" y="336756"/>
                </a:lnTo>
                <a:lnTo>
                  <a:pt x="0" y="312419"/>
                </a:lnTo>
                <a:lnTo>
                  <a:pt x="0" y="62483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45E610C2-8860-4FBD-B616-29DDAD2CE824}"/>
              </a:ext>
            </a:extLst>
          </p:cNvPr>
          <p:cNvSpPr txBox="1"/>
          <p:nvPr/>
        </p:nvSpPr>
        <p:spPr>
          <a:xfrm>
            <a:off x="1137156" y="4035248"/>
            <a:ext cx="7893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0000"/>
                </a:solidFill>
                <a:latin typeface="微软雅黑"/>
                <a:cs typeface="微软雅黑"/>
              </a:rPr>
              <a:t>组件图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081152EE-8444-4134-9912-F07BF691CE28}"/>
              </a:ext>
            </a:extLst>
          </p:cNvPr>
          <p:cNvSpPr/>
          <p:nvPr/>
        </p:nvSpPr>
        <p:spPr>
          <a:xfrm>
            <a:off x="745997" y="4699000"/>
            <a:ext cx="1572895" cy="375285"/>
          </a:xfrm>
          <a:custGeom>
            <a:avLst/>
            <a:gdLst/>
            <a:ahLst/>
            <a:cxnLst/>
            <a:rect l="l" t="t" r="r" b="b"/>
            <a:pathLst>
              <a:path w="1572895" h="375285">
                <a:moveTo>
                  <a:pt x="0" y="62483"/>
                </a:moveTo>
                <a:lnTo>
                  <a:pt x="4910" y="38147"/>
                </a:lnTo>
                <a:lnTo>
                  <a:pt x="18302" y="18287"/>
                </a:lnTo>
                <a:lnTo>
                  <a:pt x="38163" y="4905"/>
                </a:lnTo>
                <a:lnTo>
                  <a:pt x="62483" y="0"/>
                </a:lnTo>
                <a:lnTo>
                  <a:pt x="1510283" y="0"/>
                </a:lnTo>
                <a:lnTo>
                  <a:pt x="1534620" y="4905"/>
                </a:lnTo>
                <a:lnTo>
                  <a:pt x="1554479" y="18287"/>
                </a:lnTo>
                <a:lnTo>
                  <a:pt x="1567862" y="38147"/>
                </a:lnTo>
                <a:lnTo>
                  <a:pt x="1572768" y="62483"/>
                </a:lnTo>
                <a:lnTo>
                  <a:pt x="1572768" y="312419"/>
                </a:lnTo>
                <a:lnTo>
                  <a:pt x="1567862" y="336756"/>
                </a:lnTo>
                <a:lnTo>
                  <a:pt x="1554480" y="356615"/>
                </a:lnTo>
                <a:lnTo>
                  <a:pt x="1534620" y="369998"/>
                </a:lnTo>
                <a:lnTo>
                  <a:pt x="1510283" y="374903"/>
                </a:lnTo>
                <a:lnTo>
                  <a:pt x="62483" y="374903"/>
                </a:lnTo>
                <a:lnTo>
                  <a:pt x="38163" y="369998"/>
                </a:lnTo>
                <a:lnTo>
                  <a:pt x="18302" y="356615"/>
                </a:lnTo>
                <a:lnTo>
                  <a:pt x="4910" y="336756"/>
                </a:lnTo>
                <a:lnTo>
                  <a:pt x="0" y="312419"/>
                </a:lnTo>
                <a:lnTo>
                  <a:pt x="0" y="62483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6FFAFF61-9476-4AD8-BB9C-5A81B058C3FF}"/>
              </a:ext>
            </a:extLst>
          </p:cNvPr>
          <p:cNvSpPr txBox="1"/>
          <p:nvPr/>
        </p:nvSpPr>
        <p:spPr>
          <a:xfrm>
            <a:off x="1137156" y="4711650"/>
            <a:ext cx="7893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0000"/>
                </a:solidFill>
                <a:latin typeface="微软雅黑"/>
                <a:cs typeface="微软雅黑"/>
              </a:rPr>
              <a:t>部署图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4288AEE0-2835-4DF1-B7FC-AC0DBC80BA16}"/>
              </a:ext>
            </a:extLst>
          </p:cNvPr>
          <p:cNvSpPr/>
          <p:nvPr/>
        </p:nvSpPr>
        <p:spPr>
          <a:xfrm>
            <a:off x="3001517" y="2438908"/>
            <a:ext cx="1571625" cy="375285"/>
          </a:xfrm>
          <a:custGeom>
            <a:avLst/>
            <a:gdLst/>
            <a:ahLst/>
            <a:cxnLst/>
            <a:rect l="l" t="t" r="r" b="b"/>
            <a:pathLst>
              <a:path w="1571625" h="375285">
                <a:moveTo>
                  <a:pt x="0" y="62484"/>
                </a:moveTo>
                <a:lnTo>
                  <a:pt x="4905" y="38147"/>
                </a:lnTo>
                <a:lnTo>
                  <a:pt x="18287" y="18287"/>
                </a:lnTo>
                <a:lnTo>
                  <a:pt x="38147" y="4905"/>
                </a:lnTo>
                <a:lnTo>
                  <a:pt x="62484" y="0"/>
                </a:lnTo>
                <a:lnTo>
                  <a:pt x="1508760" y="0"/>
                </a:lnTo>
                <a:lnTo>
                  <a:pt x="1533096" y="4905"/>
                </a:lnTo>
                <a:lnTo>
                  <a:pt x="1552956" y="18287"/>
                </a:lnTo>
                <a:lnTo>
                  <a:pt x="1566338" y="38147"/>
                </a:lnTo>
                <a:lnTo>
                  <a:pt x="1571244" y="62484"/>
                </a:lnTo>
                <a:lnTo>
                  <a:pt x="1571244" y="312420"/>
                </a:lnTo>
                <a:lnTo>
                  <a:pt x="1566338" y="336756"/>
                </a:lnTo>
                <a:lnTo>
                  <a:pt x="1552955" y="356615"/>
                </a:lnTo>
                <a:lnTo>
                  <a:pt x="1533096" y="369998"/>
                </a:lnTo>
                <a:lnTo>
                  <a:pt x="1508760" y="374903"/>
                </a:lnTo>
                <a:lnTo>
                  <a:pt x="62484" y="374903"/>
                </a:lnTo>
                <a:lnTo>
                  <a:pt x="38147" y="369998"/>
                </a:lnTo>
                <a:lnTo>
                  <a:pt x="18287" y="356615"/>
                </a:lnTo>
                <a:lnTo>
                  <a:pt x="4905" y="336756"/>
                </a:lnTo>
                <a:lnTo>
                  <a:pt x="0" y="312420"/>
                </a:lnTo>
                <a:lnTo>
                  <a:pt x="0" y="62484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04473B1E-5594-42CD-B751-A62C4C16A0AA}"/>
              </a:ext>
            </a:extLst>
          </p:cNvPr>
          <p:cNvSpPr txBox="1"/>
          <p:nvPr/>
        </p:nvSpPr>
        <p:spPr>
          <a:xfrm>
            <a:off x="3392422" y="2451177"/>
            <a:ext cx="7893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0000"/>
                </a:solidFill>
                <a:latin typeface="微软雅黑"/>
                <a:cs typeface="微软雅黑"/>
              </a:rPr>
              <a:t>对象图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5BE1B7CD-83CD-4B1A-A6CC-68A64B04C1CE}"/>
              </a:ext>
            </a:extLst>
          </p:cNvPr>
          <p:cNvSpPr/>
          <p:nvPr/>
        </p:nvSpPr>
        <p:spPr>
          <a:xfrm>
            <a:off x="3001517" y="3395981"/>
            <a:ext cx="1571625" cy="375285"/>
          </a:xfrm>
          <a:custGeom>
            <a:avLst/>
            <a:gdLst/>
            <a:ahLst/>
            <a:cxnLst/>
            <a:rect l="l" t="t" r="r" b="b"/>
            <a:pathLst>
              <a:path w="1571625" h="375285">
                <a:moveTo>
                  <a:pt x="0" y="62483"/>
                </a:moveTo>
                <a:lnTo>
                  <a:pt x="4905" y="38147"/>
                </a:lnTo>
                <a:lnTo>
                  <a:pt x="18287" y="18287"/>
                </a:lnTo>
                <a:lnTo>
                  <a:pt x="38147" y="4905"/>
                </a:lnTo>
                <a:lnTo>
                  <a:pt x="62484" y="0"/>
                </a:lnTo>
                <a:lnTo>
                  <a:pt x="1508760" y="0"/>
                </a:lnTo>
                <a:lnTo>
                  <a:pt x="1533096" y="4905"/>
                </a:lnTo>
                <a:lnTo>
                  <a:pt x="1552956" y="18287"/>
                </a:lnTo>
                <a:lnTo>
                  <a:pt x="1566338" y="38147"/>
                </a:lnTo>
                <a:lnTo>
                  <a:pt x="1571244" y="62483"/>
                </a:lnTo>
                <a:lnTo>
                  <a:pt x="1571244" y="312419"/>
                </a:lnTo>
                <a:lnTo>
                  <a:pt x="1566338" y="336756"/>
                </a:lnTo>
                <a:lnTo>
                  <a:pt x="1552955" y="356615"/>
                </a:lnTo>
                <a:lnTo>
                  <a:pt x="1533096" y="369998"/>
                </a:lnTo>
                <a:lnTo>
                  <a:pt x="1508760" y="374903"/>
                </a:lnTo>
                <a:lnTo>
                  <a:pt x="62484" y="374903"/>
                </a:lnTo>
                <a:lnTo>
                  <a:pt x="38147" y="369998"/>
                </a:lnTo>
                <a:lnTo>
                  <a:pt x="18287" y="356615"/>
                </a:lnTo>
                <a:lnTo>
                  <a:pt x="4905" y="336756"/>
                </a:lnTo>
                <a:lnTo>
                  <a:pt x="0" y="312419"/>
                </a:lnTo>
                <a:lnTo>
                  <a:pt x="0" y="62483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9BB06ED6-A760-4565-8FC3-00196E46DD3E}"/>
              </a:ext>
            </a:extLst>
          </p:cNvPr>
          <p:cNvSpPr txBox="1"/>
          <p:nvPr/>
        </p:nvSpPr>
        <p:spPr>
          <a:xfrm>
            <a:off x="3520438" y="3408935"/>
            <a:ext cx="5346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0000"/>
                </a:solidFill>
                <a:latin typeface="微软雅黑"/>
                <a:cs typeface="微软雅黑"/>
              </a:rPr>
              <a:t>类图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1">
            <a:extLst>
              <a:ext uri="{FF2B5EF4-FFF2-40B4-BE49-F238E27FC236}">
                <a16:creationId xmlns:a16="http://schemas.microsoft.com/office/drawing/2014/main" id="{96FD288B-9E5C-44A9-AF76-9AF3A924242F}"/>
              </a:ext>
            </a:extLst>
          </p:cNvPr>
          <p:cNvSpPr/>
          <p:nvPr/>
        </p:nvSpPr>
        <p:spPr>
          <a:xfrm>
            <a:off x="3001517" y="1483361"/>
            <a:ext cx="1571625" cy="375285"/>
          </a:xfrm>
          <a:custGeom>
            <a:avLst/>
            <a:gdLst/>
            <a:ahLst/>
            <a:cxnLst/>
            <a:rect l="l" t="t" r="r" b="b"/>
            <a:pathLst>
              <a:path w="1571625" h="375285">
                <a:moveTo>
                  <a:pt x="0" y="62484"/>
                </a:moveTo>
                <a:lnTo>
                  <a:pt x="4905" y="38147"/>
                </a:lnTo>
                <a:lnTo>
                  <a:pt x="18287" y="18287"/>
                </a:lnTo>
                <a:lnTo>
                  <a:pt x="38147" y="4905"/>
                </a:lnTo>
                <a:lnTo>
                  <a:pt x="62484" y="0"/>
                </a:lnTo>
                <a:lnTo>
                  <a:pt x="1508760" y="0"/>
                </a:lnTo>
                <a:lnTo>
                  <a:pt x="1533096" y="4905"/>
                </a:lnTo>
                <a:lnTo>
                  <a:pt x="1552956" y="18287"/>
                </a:lnTo>
                <a:lnTo>
                  <a:pt x="1566338" y="38147"/>
                </a:lnTo>
                <a:lnTo>
                  <a:pt x="1571244" y="62484"/>
                </a:lnTo>
                <a:lnTo>
                  <a:pt x="1571244" y="312420"/>
                </a:lnTo>
                <a:lnTo>
                  <a:pt x="1566338" y="336756"/>
                </a:lnTo>
                <a:lnTo>
                  <a:pt x="1552955" y="356615"/>
                </a:lnTo>
                <a:lnTo>
                  <a:pt x="1533096" y="369998"/>
                </a:lnTo>
                <a:lnTo>
                  <a:pt x="1508760" y="374903"/>
                </a:lnTo>
                <a:lnTo>
                  <a:pt x="62484" y="374903"/>
                </a:lnTo>
                <a:lnTo>
                  <a:pt x="38147" y="369998"/>
                </a:lnTo>
                <a:lnTo>
                  <a:pt x="18287" y="356615"/>
                </a:lnTo>
                <a:lnTo>
                  <a:pt x="4905" y="336756"/>
                </a:lnTo>
                <a:lnTo>
                  <a:pt x="0" y="312420"/>
                </a:lnTo>
                <a:lnTo>
                  <a:pt x="0" y="62484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>
            <a:extLst>
              <a:ext uri="{FF2B5EF4-FFF2-40B4-BE49-F238E27FC236}">
                <a16:creationId xmlns:a16="http://schemas.microsoft.com/office/drawing/2014/main" id="{FADBEC7D-8A17-48BE-A5D2-15F18B7DBC31}"/>
              </a:ext>
            </a:extLst>
          </p:cNvPr>
          <p:cNvSpPr txBox="1"/>
          <p:nvPr/>
        </p:nvSpPr>
        <p:spPr>
          <a:xfrm>
            <a:off x="3392422" y="1495680"/>
            <a:ext cx="7893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FF0000"/>
                </a:solidFill>
                <a:latin typeface="微软雅黑"/>
                <a:cs typeface="微软雅黑"/>
              </a:rPr>
              <a:t>用例图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3">
            <a:extLst>
              <a:ext uri="{FF2B5EF4-FFF2-40B4-BE49-F238E27FC236}">
                <a16:creationId xmlns:a16="http://schemas.microsoft.com/office/drawing/2014/main" id="{0E43A665-30C2-44EA-A6E1-68CDCE5F27CF}"/>
              </a:ext>
            </a:extLst>
          </p:cNvPr>
          <p:cNvSpPr/>
          <p:nvPr/>
        </p:nvSpPr>
        <p:spPr>
          <a:xfrm>
            <a:off x="6639305" y="2004568"/>
            <a:ext cx="1571625" cy="375285"/>
          </a:xfrm>
          <a:custGeom>
            <a:avLst/>
            <a:gdLst/>
            <a:ahLst/>
            <a:cxnLst/>
            <a:rect l="l" t="t" r="r" b="b"/>
            <a:pathLst>
              <a:path w="1571625" h="375285">
                <a:moveTo>
                  <a:pt x="0" y="62483"/>
                </a:moveTo>
                <a:lnTo>
                  <a:pt x="4905" y="38147"/>
                </a:lnTo>
                <a:lnTo>
                  <a:pt x="18288" y="18287"/>
                </a:lnTo>
                <a:lnTo>
                  <a:pt x="38147" y="4905"/>
                </a:lnTo>
                <a:lnTo>
                  <a:pt x="62483" y="0"/>
                </a:lnTo>
                <a:lnTo>
                  <a:pt x="1508759" y="0"/>
                </a:lnTo>
                <a:lnTo>
                  <a:pt x="1533096" y="4905"/>
                </a:lnTo>
                <a:lnTo>
                  <a:pt x="1552955" y="18287"/>
                </a:lnTo>
                <a:lnTo>
                  <a:pt x="1566338" y="38147"/>
                </a:lnTo>
                <a:lnTo>
                  <a:pt x="1571243" y="62483"/>
                </a:lnTo>
                <a:lnTo>
                  <a:pt x="1571243" y="312419"/>
                </a:lnTo>
                <a:lnTo>
                  <a:pt x="1566338" y="336756"/>
                </a:lnTo>
                <a:lnTo>
                  <a:pt x="1552955" y="356615"/>
                </a:lnTo>
                <a:lnTo>
                  <a:pt x="1533096" y="369998"/>
                </a:lnTo>
                <a:lnTo>
                  <a:pt x="1508759" y="374903"/>
                </a:lnTo>
                <a:lnTo>
                  <a:pt x="62483" y="374903"/>
                </a:lnTo>
                <a:lnTo>
                  <a:pt x="38147" y="369998"/>
                </a:lnTo>
                <a:lnTo>
                  <a:pt x="18287" y="356615"/>
                </a:lnTo>
                <a:lnTo>
                  <a:pt x="4905" y="336756"/>
                </a:lnTo>
                <a:lnTo>
                  <a:pt x="0" y="312419"/>
                </a:lnTo>
                <a:lnTo>
                  <a:pt x="0" y="62483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>
            <a:extLst>
              <a:ext uri="{FF2B5EF4-FFF2-40B4-BE49-F238E27FC236}">
                <a16:creationId xmlns:a16="http://schemas.microsoft.com/office/drawing/2014/main" id="{7477A9CA-43D9-4912-BCD5-239F89F9F58C}"/>
              </a:ext>
            </a:extLst>
          </p:cNvPr>
          <p:cNvSpPr txBox="1"/>
          <p:nvPr/>
        </p:nvSpPr>
        <p:spPr>
          <a:xfrm>
            <a:off x="7030210" y="2016507"/>
            <a:ext cx="7893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FF0000"/>
                </a:solidFill>
                <a:latin typeface="微软雅黑"/>
                <a:cs typeface="微软雅黑"/>
              </a:rPr>
              <a:t>时序图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0" name="object 15">
            <a:extLst>
              <a:ext uri="{FF2B5EF4-FFF2-40B4-BE49-F238E27FC236}">
                <a16:creationId xmlns:a16="http://schemas.microsoft.com/office/drawing/2014/main" id="{0B3F4FC7-0318-45AE-8E29-A8826DA4509E}"/>
              </a:ext>
            </a:extLst>
          </p:cNvPr>
          <p:cNvSpPr/>
          <p:nvPr/>
        </p:nvSpPr>
        <p:spPr>
          <a:xfrm>
            <a:off x="6639305" y="3019552"/>
            <a:ext cx="1571625" cy="375285"/>
          </a:xfrm>
          <a:custGeom>
            <a:avLst/>
            <a:gdLst/>
            <a:ahLst/>
            <a:cxnLst/>
            <a:rect l="l" t="t" r="r" b="b"/>
            <a:pathLst>
              <a:path w="1571625" h="375285">
                <a:moveTo>
                  <a:pt x="0" y="62484"/>
                </a:moveTo>
                <a:lnTo>
                  <a:pt x="4905" y="38147"/>
                </a:lnTo>
                <a:lnTo>
                  <a:pt x="18288" y="18287"/>
                </a:lnTo>
                <a:lnTo>
                  <a:pt x="38147" y="4905"/>
                </a:lnTo>
                <a:lnTo>
                  <a:pt x="62483" y="0"/>
                </a:lnTo>
                <a:lnTo>
                  <a:pt x="1508759" y="0"/>
                </a:lnTo>
                <a:lnTo>
                  <a:pt x="1533096" y="4905"/>
                </a:lnTo>
                <a:lnTo>
                  <a:pt x="1552955" y="18288"/>
                </a:lnTo>
                <a:lnTo>
                  <a:pt x="1566338" y="38147"/>
                </a:lnTo>
                <a:lnTo>
                  <a:pt x="1571243" y="62484"/>
                </a:lnTo>
                <a:lnTo>
                  <a:pt x="1571243" y="312420"/>
                </a:lnTo>
                <a:lnTo>
                  <a:pt x="1566338" y="336756"/>
                </a:lnTo>
                <a:lnTo>
                  <a:pt x="1552955" y="356616"/>
                </a:lnTo>
                <a:lnTo>
                  <a:pt x="1533096" y="369998"/>
                </a:lnTo>
                <a:lnTo>
                  <a:pt x="1508759" y="374904"/>
                </a:lnTo>
                <a:lnTo>
                  <a:pt x="62483" y="374904"/>
                </a:lnTo>
                <a:lnTo>
                  <a:pt x="38147" y="369998"/>
                </a:lnTo>
                <a:lnTo>
                  <a:pt x="18287" y="356616"/>
                </a:lnTo>
                <a:lnTo>
                  <a:pt x="4905" y="336756"/>
                </a:lnTo>
                <a:lnTo>
                  <a:pt x="0" y="312420"/>
                </a:lnTo>
                <a:lnTo>
                  <a:pt x="0" y="62484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6">
            <a:extLst>
              <a:ext uri="{FF2B5EF4-FFF2-40B4-BE49-F238E27FC236}">
                <a16:creationId xmlns:a16="http://schemas.microsoft.com/office/drawing/2014/main" id="{2EFCC5B1-AB31-4B8A-899C-89F3B90978F9}"/>
              </a:ext>
            </a:extLst>
          </p:cNvPr>
          <p:cNvSpPr txBox="1"/>
          <p:nvPr/>
        </p:nvSpPr>
        <p:spPr>
          <a:xfrm>
            <a:off x="7030210" y="3032761"/>
            <a:ext cx="7893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FF0000"/>
                </a:solidFill>
                <a:latin typeface="微软雅黑"/>
                <a:cs typeface="微软雅黑"/>
              </a:rPr>
              <a:t>协作图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2" name="object 17">
            <a:extLst>
              <a:ext uri="{FF2B5EF4-FFF2-40B4-BE49-F238E27FC236}">
                <a16:creationId xmlns:a16="http://schemas.microsoft.com/office/drawing/2014/main" id="{089824DD-89A5-4552-B543-D6415CB49FD8}"/>
              </a:ext>
            </a:extLst>
          </p:cNvPr>
          <p:cNvSpPr/>
          <p:nvPr/>
        </p:nvSpPr>
        <p:spPr>
          <a:xfrm>
            <a:off x="6639305" y="4255517"/>
            <a:ext cx="1571625" cy="376555"/>
          </a:xfrm>
          <a:custGeom>
            <a:avLst/>
            <a:gdLst/>
            <a:ahLst/>
            <a:cxnLst/>
            <a:rect l="l" t="t" r="r" b="b"/>
            <a:pathLst>
              <a:path w="1571625" h="376554">
                <a:moveTo>
                  <a:pt x="0" y="62738"/>
                </a:moveTo>
                <a:lnTo>
                  <a:pt x="4927" y="38308"/>
                </a:lnTo>
                <a:lnTo>
                  <a:pt x="18367" y="18367"/>
                </a:lnTo>
                <a:lnTo>
                  <a:pt x="38308" y="4927"/>
                </a:lnTo>
                <a:lnTo>
                  <a:pt x="62737" y="0"/>
                </a:lnTo>
                <a:lnTo>
                  <a:pt x="1508505" y="0"/>
                </a:lnTo>
                <a:lnTo>
                  <a:pt x="1532935" y="4927"/>
                </a:lnTo>
                <a:lnTo>
                  <a:pt x="1552876" y="18367"/>
                </a:lnTo>
                <a:lnTo>
                  <a:pt x="1566316" y="38308"/>
                </a:lnTo>
                <a:lnTo>
                  <a:pt x="1571243" y="62738"/>
                </a:lnTo>
                <a:lnTo>
                  <a:pt x="1571243" y="313690"/>
                </a:lnTo>
                <a:lnTo>
                  <a:pt x="1566316" y="338119"/>
                </a:lnTo>
                <a:lnTo>
                  <a:pt x="1552876" y="358060"/>
                </a:lnTo>
                <a:lnTo>
                  <a:pt x="1532935" y="371500"/>
                </a:lnTo>
                <a:lnTo>
                  <a:pt x="1508505" y="376428"/>
                </a:lnTo>
                <a:lnTo>
                  <a:pt x="62737" y="376428"/>
                </a:lnTo>
                <a:lnTo>
                  <a:pt x="38308" y="371500"/>
                </a:lnTo>
                <a:lnTo>
                  <a:pt x="18367" y="358060"/>
                </a:lnTo>
                <a:lnTo>
                  <a:pt x="4927" y="338119"/>
                </a:lnTo>
                <a:lnTo>
                  <a:pt x="0" y="313690"/>
                </a:lnTo>
                <a:lnTo>
                  <a:pt x="0" y="62738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8">
            <a:extLst>
              <a:ext uri="{FF2B5EF4-FFF2-40B4-BE49-F238E27FC236}">
                <a16:creationId xmlns:a16="http://schemas.microsoft.com/office/drawing/2014/main" id="{FFF81F75-04B4-40DC-B61D-97060C975EB8}"/>
              </a:ext>
            </a:extLst>
          </p:cNvPr>
          <p:cNvSpPr txBox="1"/>
          <p:nvPr/>
        </p:nvSpPr>
        <p:spPr>
          <a:xfrm>
            <a:off x="7030210" y="4269360"/>
            <a:ext cx="789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FF0000"/>
                </a:solidFill>
                <a:latin typeface="微软雅黑"/>
                <a:cs typeface="微软雅黑"/>
              </a:rPr>
              <a:t>活动图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4" name="object 19">
            <a:extLst>
              <a:ext uri="{FF2B5EF4-FFF2-40B4-BE49-F238E27FC236}">
                <a16:creationId xmlns:a16="http://schemas.microsoft.com/office/drawing/2014/main" id="{41D828CE-45A1-4205-BC1F-0F6305EEEF46}"/>
              </a:ext>
            </a:extLst>
          </p:cNvPr>
          <p:cNvSpPr/>
          <p:nvPr/>
        </p:nvSpPr>
        <p:spPr>
          <a:xfrm>
            <a:off x="6639305" y="5101337"/>
            <a:ext cx="1571625" cy="375285"/>
          </a:xfrm>
          <a:custGeom>
            <a:avLst/>
            <a:gdLst/>
            <a:ahLst/>
            <a:cxnLst/>
            <a:rect l="l" t="t" r="r" b="b"/>
            <a:pathLst>
              <a:path w="1571625" h="375285">
                <a:moveTo>
                  <a:pt x="0" y="62484"/>
                </a:moveTo>
                <a:lnTo>
                  <a:pt x="4905" y="38147"/>
                </a:lnTo>
                <a:lnTo>
                  <a:pt x="18288" y="18288"/>
                </a:lnTo>
                <a:lnTo>
                  <a:pt x="38147" y="4905"/>
                </a:lnTo>
                <a:lnTo>
                  <a:pt x="62483" y="0"/>
                </a:lnTo>
                <a:lnTo>
                  <a:pt x="1508759" y="0"/>
                </a:lnTo>
                <a:lnTo>
                  <a:pt x="1533096" y="4905"/>
                </a:lnTo>
                <a:lnTo>
                  <a:pt x="1552955" y="18288"/>
                </a:lnTo>
                <a:lnTo>
                  <a:pt x="1566338" y="38147"/>
                </a:lnTo>
                <a:lnTo>
                  <a:pt x="1571243" y="62484"/>
                </a:lnTo>
                <a:lnTo>
                  <a:pt x="1571243" y="312420"/>
                </a:lnTo>
                <a:lnTo>
                  <a:pt x="1566338" y="336740"/>
                </a:lnTo>
                <a:lnTo>
                  <a:pt x="1552955" y="356601"/>
                </a:lnTo>
                <a:lnTo>
                  <a:pt x="1533096" y="369993"/>
                </a:lnTo>
                <a:lnTo>
                  <a:pt x="1508759" y="374904"/>
                </a:lnTo>
                <a:lnTo>
                  <a:pt x="62483" y="374904"/>
                </a:lnTo>
                <a:lnTo>
                  <a:pt x="38147" y="369993"/>
                </a:lnTo>
                <a:lnTo>
                  <a:pt x="18287" y="356601"/>
                </a:lnTo>
                <a:lnTo>
                  <a:pt x="4905" y="336740"/>
                </a:lnTo>
                <a:lnTo>
                  <a:pt x="0" y="312420"/>
                </a:lnTo>
                <a:lnTo>
                  <a:pt x="0" y="62484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8B865A64-CBDD-4EA6-ADEA-1510410C76ED}"/>
              </a:ext>
            </a:extLst>
          </p:cNvPr>
          <p:cNvSpPr txBox="1"/>
          <p:nvPr/>
        </p:nvSpPr>
        <p:spPr>
          <a:xfrm>
            <a:off x="7030210" y="5113325"/>
            <a:ext cx="7893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0000"/>
                </a:solidFill>
                <a:latin typeface="微软雅黑"/>
                <a:cs typeface="微软雅黑"/>
              </a:rPr>
              <a:t>状态图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7" name="object 21">
            <a:extLst>
              <a:ext uri="{FF2B5EF4-FFF2-40B4-BE49-F238E27FC236}">
                <a16:creationId xmlns:a16="http://schemas.microsoft.com/office/drawing/2014/main" id="{B7ED89E0-7A3A-43F5-82BB-F9B32A8DD12C}"/>
              </a:ext>
            </a:extLst>
          </p:cNvPr>
          <p:cNvSpPr txBox="1"/>
          <p:nvPr/>
        </p:nvSpPr>
        <p:spPr>
          <a:xfrm>
            <a:off x="1796414" y="2360422"/>
            <a:ext cx="10388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05130">
              <a:lnSpc>
                <a:spcPct val="100000"/>
              </a:lnSpc>
              <a:spcBef>
                <a:spcPts val="95"/>
              </a:spcBef>
            </a:pPr>
            <a:r>
              <a:rPr sz="1600" spc="-35" dirty="0">
                <a:solidFill>
                  <a:srgbClr val="00AFEF"/>
                </a:solidFill>
                <a:latin typeface="微软雅黑"/>
                <a:cs typeface="微软雅黑"/>
              </a:rPr>
              <a:t>常被略</a:t>
            </a:r>
            <a:r>
              <a:rPr sz="1600" spc="-30" dirty="0">
                <a:solidFill>
                  <a:srgbClr val="00AFEF"/>
                </a:solidFill>
                <a:latin typeface="微软雅黑"/>
                <a:cs typeface="微软雅黑"/>
              </a:rPr>
              <a:t>用类图代替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28" name="object 22">
            <a:extLst>
              <a:ext uri="{FF2B5EF4-FFF2-40B4-BE49-F238E27FC236}">
                <a16:creationId xmlns:a16="http://schemas.microsoft.com/office/drawing/2014/main" id="{D157188A-7827-4B1F-9D27-D142179308E5}"/>
              </a:ext>
            </a:extLst>
          </p:cNvPr>
          <p:cNvSpPr/>
          <p:nvPr/>
        </p:nvSpPr>
        <p:spPr>
          <a:xfrm>
            <a:off x="4572761" y="1664462"/>
            <a:ext cx="2066289" cy="969010"/>
          </a:xfrm>
          <a:custGeom>
            <a:avLst/>
            <a:gdLst/>
            <a:ahLst/>
            <a:cxnLst/>
            <a:rect l="l" t="t" r="r" b="b"/>
            <a:pathLst>
              <a:path w="2066290" h="969010">
                <a:moveTo>
                  <a:pt x="2065909" y="527177"/>
                </a:moveTo>
                <a:lnTo>
                  <a:pt x="2053209" y="520827"/>
                </a:lnTo>
                <a:lnTo>
                  <a:pt x="1989709" y="489077"/>
                </a:lnTo>
                <a:lnTo>
                  <a:pt x="1989709" y="489458"/>
                </a:lnTo>
                <a:lnTo>
                  <a:pt x="1989709" y="520827"/>
                </a:lnTo>
                <a:lnTo>
                  <a:pt x="1039368" y="520827"/>
                </a:lnTo>
                <a:lnTo>
                  <a:pt x="1039368" y="12700"/>
                </a:lnTo>
                <a:lnTo>
                  <a:pt x="1039368" y="6350"/>
                </a:lnTo>
                <a:lnTo>
                  <a:pt x="1039368" y="0"/>
                </a:lnTo>
                <a:lnTo>
                  <a:pt x="0" y="0"/>
                </a:lnTo>
                <a:lnTo>
                  <a:pt x="0" y="12700"/>
                </a:lnTo>
                <a:lnTo>
                  <a:pt x="1026668" y="12700"/>
                </a:lnTo>
                <a:lnTo>
                  <a:pt x="1026668" y="521208"/>
                </a:lnTo>
                <a:lnTo>
                  <a:pt x="1026668" y="533527"/>
                </a:lnTo>
                <a:lnTo>
                  <a:pt x="1026668" y="956183"/>
                </a:lnTo>
                <a:lnTo>
                  <a:pt x="0" y="956183"/>
                </a:lnTo>
                <a:lnTo>
                  <a:pt x="0" y="968883"/>
                </a:lnTo>
                <a:lnTo>
                  <a:pt x="1039368" y="968883"/>
                </a:lnTo>
                <a:lnTo>
                  <a:pt x="1039368" y="962533"/>
                </a:lnTo>
                <a:lnTo>
                  <a:pt x="1039368" y="956183"/>
                </a:lnTo>
                <a:lnTo>
                  <a:pt x="1039368" y="533908"/>
                </a:lnTo>
                <a:lnTo>
                  <a:pt x="1989709" y="533908"/>
                </a:lnTo>
                <a:lnTo>
                  <a:pt x="1989709" y="565277"/>
                </a:lnTo>
                <a:lnTo>
                  <a:pt x="1989709" y="565658"/>
                </a:lnTo>
                <a:lnTo>
                  <a:pt x="2053209" y="533908"/>
                </a:lnTo>
                <a:lnTo>
                  <a:pt x="2065909" y="527558"/>
                </a:lnTo>
                <a:lnTo>
                  <a:pt x="2065528" y="527367"/>
                </a:lnTo>
                <a:lnTo>
                  <a:pt x="2065909" y="52717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3">
            <a:extLst>
              <a:ext uri="{FF2B5EF4-FFF2-40B4-BE49-F238E27FC236}">
                <a16:creationId xmlns:a16="http://schemas.microsoft.com/office/drawing/2014/main" id="{111A6730-EC7A-42D2-81A5-95FEB34B9DB6}"/>
              </a:ext>
            </a:extLst>
          </p:cNvPr>
          <p:cNvSpPr/>
          <p:nvPr/>
        </p:nvSpPr>
        <p:spPr>
          <a:xfrm>
            <a:off x="2318765" y="3770885"/>
            <a:ext cx="1475740" cy="1153795"/>
          </a:xfrm>
          <a:custGeom>
            <a:avLst/>
            <a:gdLst/>
            <a:ahLst/>
            <a:cxnLst/>
            <a:rect l="l" t="t" r="r" b="b"/>
            <a:pathLst>
              <a:path w="1475739" h="1153795">
                <a:moveTo>
                  <a:pt x="1475613" y="0"/>
                </a:moveTo>
                <a:lnTo>
                  <a:pt x="1462913" y="0"/>
                </a:lnTo>
                <a:lnTo>
                  <a:pt x="1462913" y="432689"/>
                </a:lnTo>
                <a:lnTo>
                  <a:pt x="76200" y="432689"/>
                </a:lnTo>
                <a:lnTo>
                  <a:pt x="76200" y="400939"/>
                </a:lnTo>
                <a:lnTo>
                  <a:pt x="0" y="439039"/>
                </a:lnTo>
                <a:lnTo>
                  <a:pt x="76200" y="477139"/>
                </a:lnTo>
                <a:lnTo>
                  <a:pt x="76200" y="445389"/>
                </a:lnTo>
                <a:lnTo>
                  <a:pt x="1462913" y="445389"/>
                </a:lnTo>
                <a:lnTo>
                  <a:pt x="1462913" y="1108837"/>
                </a:lnTo>
                <a:lnTo>
                  <a:pt x="76200" y="1108837"/>
                </a:lnTo>
                <a:lnTo>
                  <a:pt x="76200" y="1077087"/>
                </a:lnTo>
                <a:lnTo>
                  <a:pt x="0" y="1115187"/>
                </a:lnTo>
                <a:lnTo>
                  <a:pt x="76200" y="1153287"/>
                </a:lnTo>
                <a:lnTo>
                  <a:pt x="76200" y="1121537"/>
                </a:lnTo>
                <a:lnTo>
                  <a:pt x="1475613" y="1121537"/>
                </a:lnTo>
                <a:lnTo>
                  <a:pt x="1475613" y="432689"/>
                </a:lnTo>
                <a:lnTo>
                  <a:pt x="1475613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4">
            <a:extLst>
              <a:ext uri="{FF2B5EF4-FFF2-40B4-BE49-F238E27FC236}">
                <a16:creationId xmlns:a16="http://schemas.microsoft.com/office/drawing/2014/main" id="{FC2D2860-E7B2-41F4-BD74-FC7E6F8D26D8}"/>
              </a:ext>
            </a:extLst>
          </p:cNvPr>
          <p:cNvSpPr txBox="1"/>
          <p:nvPr/>
        </p:nvSpPr>
        <p:spPr>
          <a:xfrm>
            <a:off x="4007102" y="5800954"/>
            <a:ext cx="17494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微软雅黑"/>
                <a:cs typeface="微软雅黑"/>
              </a:rPr>
              <a:t>UML</a:t>
            </a:r>
            <a:r>
              <a:rPr sz="1600" b="1" spc="5" dirty="0">
                <a:latin typeface="微软雅黑"/>
                <a:cs typeface="微软雅黑"/>
              </a:rPr>
              <a:t> </a:t>
            </a:r>
            <a:r>
              <a:rPr sz="1600" b="1" spc="-10" dirty="0">
                <a:latin typeface="微软雅黑"/>
                <a:cs typeface="微软雅黑"/>
              </a:rPr>
              <a:t>9</a:t>
            </a:r>
            <a:r>
              <a:rPr sz="1600" b="1" spc="-25" dirty="0">
                <a:latin typeface="微软雅黑"/>
                <a:cs typeface="微软雅黑"/>
              </a:rPr>
              <a:t>图：5静</a:t>
            </a:r>
            <a:r>
              <a:rPr sz="1600" b="1" spc="-20" dirty="0">
                <a:latin typeface="微软雅黑"/>
                <a:cs typeface="微软雅黑"/>
              </a:rPr>
              <a:t>4</a:t>
            </a:r>
            <a:r>
              <a:rPr sz="1600" b="1" spc="-50" dirty="0">
                <a:latin typeface="微软雅黑"/>
                <a:cs typeface="微软雅黑"/>
              </a:rPr>
              <a:t>动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1" name="object 25">
            <a:extLst>
              <a:ext uri="{FF2B5EF4-FFF2-40B4-BE49-F238E27FC236}">
                <a16:creationId xmlns:a16="http://schemas.microsoft.com/office/drawing/2014/main" id="{09F3CF4D-FBAA-4984-ACCD-B8D700681392}"/>
              </a:ext>
            </a:extLst>
          </p:cNvPr>
          <p:cNvSpPr txBox="1"/>
          <p:nvPr/>
        </p:nvSpPr>
        <p:spPr>
          <a:xfrm>
            <a:off x="8460865" y="2048511"/>
            <a:ext cx="288036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00AFEF"/>
                </a:solidFill>
                <a:latin typeface="微软雅黑"/>
                <a:cs typeface="微软雅黑"/>
              </a:rPr>
              <a:t>以对象为节点的业务流程描述，强调时间顺序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32" name="object 26">
            <a:extLst>
              <a:ext uri="{FF2B5EF4-FFF2-40B4-BE49-F238E27FC236}">
                <a16:creationId xmlns:a16="http://schemas.microsoft.com/office/drawing/2014/main" id="{6C7A8836-DE93-44F1-B106-37172E0A1930}"/>
              </a:ext>
            </a:extLst>
          </p:cNvPr>
          <p:cNvSpPr txBox="1"/>
          <p:nvPr/>
        </p:nvSpPr>
        <p:spPr>
          <a:xfrm>
            <a:off x="8460865" y="2935860"/>
            <a:ext cx="28803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00AFEF"/>
                </a:solidFill>
                <a:latin typeface="微软雅黑"/>
                <a:cs typeface="微软雅黑"/>
              </a:rPr>
              <a:t>与时序图作用类似：强调对象间关系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33" name="object 27">
            <a:extLst>
              <a:ext uri="{FF2B5EF4-FFF2-40B4-BE49-F238E27FC236}">
                <a16:creationId xmlns:a16="http://schemas.microsoft.com/office/drawing/2014/main" id="{091CCBBB-5C3A-4885-8479-BF9DEB09C9A8}"/>
              </a:ext>
            </a:extLst>
          </p:cNvPr>
          <p:cNvSpPr/>
          <p:nvPr/>
        </p:nvSpPr>
        <p:spPr>
          <a:xfrm>
            <a:off x="6509002" y="3873755"/>
            <a:ext cx="4838700" cy="62230"/>
          </a:xfrm>
          <a:custGeom>
            <a:avLst/>
            <a:gdLst/>
            <a:ahLst/>
            <a:cxnLst/>
            <a:rect l="l" t="t" r="r" b="b"/>
            <a:pathLst>
              <a:path w="4838700" h="62229">
                <a:moveTo>
                  <a:pt x="0" y="0"/>
                </a:moveTo>
                <a:lnTo>
                  <a:pt x="4838319" y="62102"/>
                </a:lnTo>
              </a:path>
            </a:pathLst>
          </a:custGeom>
          <a:ln w="28956">
            <a:solidFill>
              <a:srgbClr val="00AFE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8">
            <a:extLst>
              <a:ext uri="{FF2B5EF4-FFF2-40B4-BE49-F238E27FC236}">
                <a16:creationId xmlns:a16="http://schemas.microsoft.com/office/drawing/2014/main" id="{A2285C03-32AE-4873-BD26-DBFFFA14C655}"/>
              </a:ext>
            </a:extLst>
          </p:cNvPr>
          <p:cNvSpPr txBox="1"/>
          <p:nvPr/>
        </p:nvSpPr>
        <p:spPr>
          <a:xfrm>
            <a:off x="8460865" y="4208654"/>
            <a:ext cx="28803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00AFEF"/>
                </a:solidFill>
                <a:latin typeface="微软雅黑"/>
                <a:cs typeface="微软雅黑"/>
              </a:rPr>
              <a:t>以过程或者事件为节点，数据为流向</a:t>
            </a:r>
            <a:r>
              <a:rPr sz="1400" spc="-10" dirty="0">
                <a:solidFill>
                  <a:srgbClr val="00AFEF"/>
                </a:solidFill>
                <a:latin typeface="微软雅黑"/>
                <a:cs typeface="微软雅黑"/>
              </a:rPr>
              <a:t>的过程设计。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35" name="object 29">
            <a:extLst>
              <a:ext uri="{FF2B5EF4-FFF2-40B4-BE49-F238E27FC236}">
                <a16:creationId xmlns:a16="http://schemas.microsoft.com/office/drawing/2014/main" id="{AF43DB52-8B4D-417C-AD30-DC2648B13F98}"/>
              </a:ext>
            </a:extLst>
          </p:cNvPr>
          <p:cNvSpPr txBox="1"/>
          <p:nvPr/>
        </p:nvSpPr>
        <p:spPr>
          <a:xfrm>
            <a:off x="8460865" y="5053280"/>
            <a:ext cx="28803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00AFEF"/>
                </a:solidFill>
                <a:latin typeface="微软雅黑"/>
                <a:cs typeface="微软雅黑"/>
              </a:rPr>
              <a:t>以数据或者状态为节点，事件为流向</a:t>
            </a:r>
            <a:r>
              <a:rPr sz="1400" spc="-10" dirty="0">
                <a:solidFill>
                  <a:srgbClr val="00AFEF"/>
                </a:solidFill>
                <a:latin typeface="微软雅黑"/>
                <a:cs typeface="微软雅黑"/>
              </a:rPr>
              <a:t>的过程设计。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36" name="object 30">
            <a:extLst>
              <a:ext uri="{FF2B5EF4-FFF2-40B4-BE49-F238E27FC236}">
                <a16:creationId xmlns:a16="http://schemas.microsoft.com/office/drawing/2014/main" id="{535F82F5-F6BC-469D-BA38-C96B49CA6EA8}"/>
              </a:ext>
            </a:extLst>
          </p:cNvPr>
          <p:cNvSpPr txBox="1"/>
          <p:nvPr/>
        </p:nvSpPr>
        <p:spPr>
          <a:xfrm>
            <a:off x="5923406" y="2562175"/>
            <a:ext cx="1444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5" dirty="0">
                <a:latin typeface="微软雅黑"/>
                <a:cs typeface="微软雅黑"/>
              </a:rPr>
              <a:t>粗粒度分析方式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7" name="object 31">
            <a:extLst>
              <a:ext uri="{FF2B5EF4-FFF2-40B4-BE49-F238E27FC236}">
                <a16:creationId xmlns:a16="http://schemas.microsoft.com/office/drawing/2014/main" id="{AD573133-ACAF-4CCC-B453-2E671AA2A395}"/>
              </a:ext>
            </a:extLst>
          </p:cNvPr>
          <p:cNvSpPr txBox="1"/>
          <p:nvPr/>
        </p:nvSpPr>
        <p:spPr>
          <a:xfrm>
            <a:off x="5923406" y="4698746"/>
            <a:ext cx="1444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0" dirty="0">
                <a:latin typeface="微软雅黑"/>
                <a:cs typeface="微软雅黑"/>
              </a:rPr>
              <a:t>细粒度分析方式</a:t>
            </a:r>
            <a:endParaRPr sz="16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920261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577427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Layouts">
  <a:themeElements>
    <a:clrScheme name="New-CG">
      <a:dk1>
        <a:srgbClr val="000000"/>
      </a:dk1>
      <a:lt1>
        <a:sysClr val="window" lastClr="FFFFFF"/>
      </a:lt1>
      <a:dk2>
        <a:srgbClr val="0070AD"/>
      </a:dk2>
      <a:lt2>
        <a:srgbClr val="EDEDED"/>
      </a:lt2>
      <a:accent1>
        <a:srgbClr val="0070AD"/>
      </a:accent1>
      <a:accent2>
        <a:srgbClr val="12ABDB"/>
      </a:accent2>
      <a:accent3>
        <a:srgbClr val="2B0A3D"/>
      </a:accent3>
      <a:accent4>
        <a:srgbClr val="FF304C"/>
      </a:accent4>
      <a:accent5>
        <a:srgbClr val="95E616"/>
      </a:accent5>
      <a:accent6>
        <a:srgbClr val="C2CF00"/>
      </a:accent6>
      <a:hlink>
        <a:srgbClr val="005481"/>
      </a:hlink>
      <a:folHlink>
        <a:srgbClr val="861763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ontent Layouts">
  <a:themeElements>
    <a:clrScheme name="New-CG">
      <a:dk1>
        <a:srgbClr val="000000"/>
      </a:dk1>
      <a:lt1>
        <a:sysClr val="window" lastClr="FFFFFF"/>
      </a:lt1>
      <a:dk2>
        <a:srgbClr val="0070AD"/>
      </a:dk2>
      <a:lt2>
        <a:srgbClr val="EDEDED"/>
      </a:lt2>
      <a:accent1>
        <a:srgbClr val="0070AD"/>
      </a:accent1>
      <a:accent2>
        <a:srgbClr val="12ABDB"/>
      </a:accent2>
      <a:accent3>
        <a:srgbClr val="2B0A3D"/>
      </a:accent3>
      <a:accent4>
        <a:srgbClr val="FF304C"/>
      </a:accent4>
      <a:accent5>
        <a:srgbClr val="95E616"/>
      </a:accent5>
      <a:accent6>
        <a:srgbClr val="C2CF00"/>
      </a:accent6>
      <a:hlink>
        <a:srgbClr val="005481"/>
      </a:hlink>
      <a:folHlink>
        <a:srgbClr val="861763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14423</TotalTime>
  <Words>237</Words>
  <Application>Microsoft Office PowerPoint</Application>
  <PresentationFormat>宽屏</PresentationFormat>
  <Paragraphs>84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Hiragino Sans W6</vt:lpstr>
      <vt:lpstr>Lato Black</vt:lpstr>
      <vt:lpstr>等线</vt:lpstr>
      <vt:lpstr>Microsoft YaHei</vt:lpstr>
      <vt:lpstr>Microsoft YaHei</vt:lpstr>
      <vt:lpstr>Arial</vt:lpstr>
      <vt:lpstr>Verdana</vt:lpstr>
      <vt:lpstr>Wingdings</vt:lpstr>
      <vt:lpstr>Content Layouts</vt:lpstr>
      <vt:lpstr>1_Content Layouts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zyc19890708@126.com</dc:creator>
  <cp:lastModifiedBy>Think</cp:lastModifiedBy>
  <cp:revision>565</cp:revision>
  <dcterms:created xsi:type="dcterms:W3CDTF">2023-09-19T06:39:15Z</dcterms:created>
  <dcterms:modified xsi:type="dcterms:W3CDTF">2025-08-26T06:49:32Z</dcterms:modified>
</cp:coreProperties>
</file>